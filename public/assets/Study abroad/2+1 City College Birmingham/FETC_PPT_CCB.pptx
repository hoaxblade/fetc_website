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6" r:id="rId3"/>
    <p:sldId id="257" r:id="rId4"/>
    <p:sldId id="259" r:id="rId5"/>
    <p:sldId id="260" r:id="rId6"/>
    <p:sldId id="288" r:id="rId7"/>
    <p:sldId id="289" r:id="rId8"/>
    <p:sldId id="290" r:id="rId9"/>
    <p:sldId id="291" r:id="rId10"/>
    <p:sldId id="266" r:id="rId11"/>
    <p:sldId id="273" r:id="rId12"/>
    <p:sldId id="274" r:id="rId13"/>
    <p:sldId id="275" r:id="rId14"/>
    <p:sldId id="276" r:id="rId15"/>
    <p:sldId id="278" r:id="rId16"/>
    <p:sldId id="279" r:id="rId17"/>
    <p:sldId id="280" r:id="rId18"/>
    <p:sldId id="283" r:id="rId19"/>
    <p:sldId id="292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62900" y="0"/>
            <a:ext cx="3623224" cy="2143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44637" y="3917316"/>
            <a:ext cx="13148944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rgbClr val="33323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33323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33323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33323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33323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33323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62900" y="0"/>
            <a:ext cx="3623224" cy="21431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6741" y="1456686"/>
            <a:ext cx="9134474" cy="6191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662900" y="0"/>
            <a:ext cx="3623224" cy="2143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594" y="59255"/>
            <a:ext cx="14613255" cy="2738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rgbClr val="33323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3176047"/>
            <a:ext cx="11475085" cy="5793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33323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erlund.blogspot.com/2018/04/vitalsource-joins-with-mcgraw-hill.html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155" dirty="0">
                <a:latin typeface="Tahoma"/>
                <a:cs typeface="Tahoma"/>
              </a:rPr>
              <a:t>Foreign</a:t>
            </a:r>
            <a:r>
              <a:rPr sz="7200" b="1" spc="-215" dirty="0">
                <a:latin typeface="Tahoma"/>
                <a:cs typeface="Tahoma"/>
              </a:rPr>
              <a:t> </a:t>
            </a:r>
            <a:r>
              <a:rPr sz="7200" b="1" dirty="0">
                <a:latin typeface="Tahoma"/>
                <a:cs typeface="Tahoma"/>
              </a:rPr>
              <a:t>English</a:t>
            </a:r>
            <a:r>
              <a:rPr sz="7200" b="1" spc="-215" dirty="0">
                <a:latin typeface="Tahoma"/>
                <a:cs typeface="Tahoma"/>
              </a:rPr>
              <a:t> </a:t>
            </a:r>
            <a:r>
              <a:rPr sz="7200" b="1" spc="-20" dirty="0">
                <a:latin typeface="Tahoma"/>
                <a:cs typeface="Tahoma"/>
              </a:rPr>
              <a:t>Test</a:t>
            </a:r>
            <a:r>
              <a:rPr sz="7200" b="1" spc="-210" dirty="0">
                <a:latin typeface="Tahoma"/>
                <a:cs typeface="Tahoma"/>
              </a:rPr>
              <a:t> </a:t>
            </a:r>
            <a:r>
              <a:rPr sz="7200" b="1" spc="265" dirty="0">
                <a:latin typeface="Tahoma"/>
                <a:cs typeface="Tahoma"/>
              </a:rPr>
              <a:t>Capital</a:t>
            </a:r>
            <a:endParaRPr sz="72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97562" y="5499064"/>
            <a:ext cx="729297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105" dirty="0">
                <a:solidFill>
                  <a:srgbClr val="333232"/>
                </a:solidFill>
                <a:latin typeface="Lucida Sans Unicode"/>
                <a:cs typeface="Lucida Sans Unicode"/>
              </a:rPr>
              <a:t>Powered</a:t>
            </a:r>
            <a:r>
              <a:rPr sz="3500" spc="-175" dirty="0">
                <a:solidFill>
                  <a:srgbClr val="333232"/>
                </a:solidFill>
                <a:latin typeface="Lucida Sans Unicode"/>
                <a:cs typeface="Lucida Sans Unicode"/>
              </a:rPr>
              <a:t> </a:t>
            </a:r>
            <a:r>
              <a:rPr sz="3500" spc="135" dirty="0">
                <a:solidFill>
                  <a:srgbClr val="333232"/>
                </a:solidFill>
                <a:latin typeface="Lucida Sans Unicode"/>
                <a:cs typeface="Lucida Sans Unicode"/>
              </a:rPr>
              <a:t>by</a:t>
            </a:r>
            <a:r>
              <a:rPr sz="3500" spc="-175" dirty="0">
                <a:solidFill>
                  <a:srgbClr val="333232"/>
                </a:solidFill>
                <a:latin typeface="Lucida Sans Unicode"/>
                <a:cs typeface="Lucida Sans Unicode"/>
              </a:rPr>
              <a:t> </a:t>
            </a:r>
            <a:r>
              <a:rPr sz="3500" spc="114" dirty="0">
                <a:solidFill>
                  <a:srgbClr val="333232"/>
                </a:solidFill>
                <a:latin typeface="Lucida Sans Unicode"/>
                <a:cs typeface="Lucida Sans Unicode"/>
              </a:rPr>
              <a:t>Gina</a:t>
            </a:r>
            <a:r>
              <a:rPr sz="3500" spc="-175" dirty="0">
                <a:solidFill>
                  <a:srgbClr val="333232"/>
                </a:solidFill>
                <a:latin typeface="Lucida Sans Unicode"/>
                <a:cs typeface="Lucida Sans Unicode"/>
              </a:rPr>
              <a:t> </a:t>
            </a:r>
            <a:r>
              <a:rPr sz="3500" spc="95" dirty="0">
                <a:solidFill>
                  <a:srgbClr val="333232"/>
                </a:solidFill>
                <a:latin typeface="Lucida Sans Unicode"/>
                <a:cs typeface="Lucida Sans Unicode"/>
              </a:rPr>
              <a:t>Abroad</a:t>
            </a:r>
            <a:r>
              <a:rPr sz="3500" spc="-175" dirty="0">
                <a:solidFill>
                  <a:srgbClr val="333232"/>
                </a:solidFill>
                <a:latin typeface="Lucida Sans Unicode"/>
                <a:cs typeface="Lucida Sans Unicode"/>
              </a:rPr>
              <a:t> </a:t>
            </a:r>
            <a:r>
              <a:rPr sz="3500" spc="-45" dirty="0">
                <a:solidFill>
                  <a:srgbClr val="333232"/>
                </a:solidFill>
                <a:latin typeface="Lucida Sans Unicode"/>
                <a:cs typeface="Lucida Sans Unicode"/>
              </a:rPr>
              <a:t>Pvt.</a:t>
            </a:r>
            <a:r>
              <a:rPr sz="3500" spc="-170" dirty="0">
                <a:solidFill>
                  <a:srgbClr val="333232"/>
                </a:solidFill>
                <a:latin typeface="Lucida Sans Unicode"/>
                <a:cs typeface="Lucida Sans Unicode"/>
              </a:rPr>
              <a:t> </a:t>
            </a:r>
            <a:r>
              <a:rPr sz="3500" spc="-75" dirty="0">
                <a:solidFill>
                  <a:srgbClr val="333232"/>
                </a:solidFill>
                <a:latin typeface="Lucida Sans Unicode"/>
                <a:cs typeface="Lucida Sans Unicode"/>
              </a:rPr>
              <a:t>Ltd.</a:t>
            </a:r>
            <a:endParaRPr sz="35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1029" y="5329237"/>
            <a:ext cx="12386310" cy="0"/>
          </a:xfrm>
          <a:custGeom>
            <a:avLst/>
            <a:gdLst/>
            <a:ahLst/>
            <a:cxnLst/>
            <a:rect l="l" t="t" r="r" b="b"/>
            <a:pathLst>
              <a:path w="12386310">
                <a:moveTo>
                  <a:pt x="0" y="0"/>
                </a:moveTo>
                <a:lnTo>
                  <a:pt x="12385939" y="0"/>
                </a:lnTo>
              </a:path>
            </a:pathLst>
          </a:custGeom>
          <a:ln w="66674">
            <a:solidFill>
              <a:srgbClr val="3332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DB5B-F4B4-59D5-74C6-70F2F0E1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D313E1F-D811-26E6-B49B-C3ED3C51D51A}"/>
              </a:ext>
            </a:extLst>
          </p:cNvPr>
          <p:cNvSpPr txBox="1"/>
          <p:nvPr/>
        </p:nvSpPr>
        <p:spPr>
          <a:xfrm>
            <a:off x="5497562" y="5499064"/>
            <a:ext cx="729297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75" dirty="0">
                <a:solidFill>
                  <a:srgbClr val="333232"/>
                </a:solidFill>
                <a:latin typeface="Lucida Sans Unicode"/>
                <a:cs typeface="Lucida Sans Unicode"/>
              </a:rPr>
              <a:t>.</a:t>
            </a:r>
            <a:endParaRPr sz="3500" dirty="0">
              <a:latin typeface="Lucida Sans Unicode"/>
              <a:cs typeface="Lucida Sans Unicod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89858-DAEA-9E5E-67F9-16E716F418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235" y="227645"/>
            <a:ext cx="4713363" cy="2235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3A167B-0953-78D9-3701-FBDBCC592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58" y="185682"/>
            <a:ext cx="2821324" cy="2595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EA94D0-143E-FCBF-14BD-7561879C0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2956" y="234895"/>
            <a:ext cx="4274369" cy="20130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83928F-6032-F8FC-C665-DA98640C5442}"/>
              </a:ext>
            </a:extLst>
          </p:cNvPr>
          <p:cNvSpPr txBox="1"/>
          <p:nvPr/>
        </p:nvSpPr>
        <p:spPr>
          <a:xfrm>
            <a:off x="1905000" y="8572500"/>
            <a:ext cx="1021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C5D57-DD63-8177-5BED-75E66BF4E67A}"/>
              </a:ext>
            </a:extLst>
          </p:cNvPr>
          <p:cNvSpPr txBox="1"/>
          <p:nvPr/>
        </p:nvSpPr>
        <p:spPr>
          <a:xfrm>
            <a:off x="609600" y="2971588"/>
            <a:ext cx="169926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pc="-10" dirty="0">
              <a:solidFill>
                <a:srgbClr val="333232"/>
              </a:solidFill>
              <a:latin typeface="Trebuchet MS"/>
            </a:endParaRPr>
          </a:p>
          <a:p>
            <a:pPr algn="l"/>
            <a:endParaRPr lang="en-US" spc="-10" dirty="0">
              <a:solidFill>
                <a:srgbClr val="333232"/>
              </a:solidFill>
              <a:latin typeface="Trebuchet MS"/>
            </a:endParaRPr>
          </a:p>
          <a:p>
            <a:pPr algn="just"/>
            <a:r>
              <a:rPr lang="en-US" sz="4000" dirty="0">
                <a:solidFill>
                  <a:srgbClr val="272525"/>
                </a:solidFill>
                <a:ea typeface="Inter" panose="020B0604020202020204" charset="0"/>
                <a:cs typeface="Inter" pitchFamily="34" charset="-120"/>
              </a:rPr>
              <a:t>We're excited to collaborate with </a:t>
            </a:r>
            <a:r>
              <a:rPr lang="en-US" sz="4000" b="1" dirty="0">
                <a:solidFill>
                  <a:srgbClr val="272525"/>
                </a:solidFill>
                <a:ea typeface="Inter" panose="020B0604020202020204" charset="0"/>
                <a:cs typeface="Inter" pitchFamily="34" charset="-120"/>
              </a:rPr>
              <a:t>R.H. Patel Institute of Technology </a:t>
            </a:r>
            <a:r>
              <a:rPr lang="en-US" sz="4000" dirty="0">
                <a:solidFill>
                  <a:srgbClr val="272525"/>
                </a:solidFill>
                <a:ea typeface="Inter" panose="020B0604020202020204" charset="0"/>
                <a:cs typeface="Inter" pitchFamily="34" charset="-120"/>
              </a:rPr>
              <a:t>to expand opportunities for your students and enhance faculty development. Our comprehensive approach combines international university partnerships, career counseling excellence, and certified training programs.</a:t>
            </a:r>
            <a:endParaRPr lang="en-US" sz="4000" dirty="0">
              <a:ea typeface="Inter" panose="020B0604020202020204" charset="0"/>
            </a:endParaRPr>
          </a:p>
          <a:p>
            <a:pPr algn="just"/>
            <a:endParaRPr lang="en-US" sz="4000" spc="-10" dirty="0">
              <a:solidFill>
                <a:srgbClr val="333232"/>
              </a:solidFill>
              <a:latin typeface="Trebuchet MS"/>
            </a:endParaRPr>
          </a:p>
          <a:p>
            <a:pPr algn="just"/>
            <a:r>
              <a:rPr lang="en-US" sz="4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This partnership opens doors to global education while supporting your institution's growth and your student's success</a:t>
            </a:r>
            <a:endParaRPr lang="en-IN" sz="4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48B3A7-24D9-F757-F4E7-6DCD29223A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708" y="352721"/>
            <a:ext cx="2028350" cy="2028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C56FA2-D7C2-5D1D-0CD2-771764302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667" y="314801"/>
            <a:ext cx="2030144" cy="20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9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042907"/>
            <a:ext cx="11221085" cy="67930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7510">
              <a:lnSpc>
                <a:spcPct val="115199"/>
              </a:lnSpc>
              <a:spcBef>
                <a:spcPts val="100"/>
              </a:spcBef>
            </a:pPr>
            <a:r>
              <a:rPr lang="en-US" sz="3200" spc="-30" dirty="0">
                <a:solidFill>
                  <a:srgbClr val="333232"/>
                </a:solidFill>
                <a:latin typeface="Trebuchet MS"/>
                <a:cs typeface="Trebuchet MS"/>
              </a:rPr>
              <a:t>At</a:t>
            </a:r>
            <a:r>
              <a:rPr lang="en-US"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FETC,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40" dirty="0">
                <a:solidFill>
                  <a:srgbClr val="333232"/>
                </a:solidFill>
                <a:latin typeface="Trebuchet MS"/>
                <a:cs typeface="Trebuchet MS"/>
              </a:rPr>
              <a:t>We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90" dirty="0">
                <a:solidFill>
                  <a:srgbClr val="333232"/>
                </a:solidFill>
                <a:latin typeface="Trebuchet MS"/>
                <a:cs typeface="Trebuchet MS"/>
              </a:rPr>
              <a:t>offer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70" dirty="0">
                <a:solidFill>
                  <a:srgbClr val="333232"/>
                </a:solidFill>
                <a:latin typeface="Trebuchet MS"/>
                <a:cs typeface="Trebuchet MS"/>
              </a:rPr>
              <a:t>excellence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55" dirty="0">
                <a:solidFill>
                  <a:srgbClr val="333232"/>
                </a:solidFill>
                <a:latin typeface="Trebuchet MS"/>
                <a:cs typeface="Trebuchet MS"/>
              </a:rPr>
              <a:t>in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55" dirty="0">
                <a:solidFill>
                  <a:srgbClr val="333232"/>
                </a:solidFill>
                <a:latin typeface="Trebuchet MS"/>
                <a:cs typeface="Trebuchet MS"/>
              </a:rPr>
              <a:t>English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language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training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5" dirty="0">
                <a:solidFill>
                  <a:srgbClr val="333232"/>
                </a:solidFill>
                <a:latin typeface="Trebuchet MS"/>
                <a:cs typeface="Trebuchet MS"/>
              </a:rPr>
              <a:t>and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are</a:t>
            </a:r>
            <a:r>
              <a:rPr lang="en-US" sz="3200" spc="-17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dedicated</a:t>
            </a:r>
            <a:r>
              <a:rPr lang="en-US" sz="3200" spc="-16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65" dirty="0">
                <a:solidFill>
                  <a:srgbClr val="333232"/>
                </a:solidFill>
                <a:latin typeface="Trebuchet MS"/>
                <a:cs typeface="Trebuchet MS"/>
              </a:rPr>
              <a:t>to</a:t>
            </a:r>
            <a:r>
              <a:rPr lang="en-US" sz="3200" spc="-16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55" dirty="0">
                <a:solidFill>
                  <a:srgbClr val="333232"/>
                </a:solidFill>
                <a:latin typeface="Trebuchet MS"/>
                <a:cs typeface="Trebuchet MS"/>
              </a:rPr>
              <a:t>helping</a:t>
            </a:r>
            <a:r>
              <a:rPr lang="en-US" sz="3200" spc="-15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95" dirty="0">
                <a:solidFill>
                  <a:srgbClr val="333232"/>
                </a:solidFill>
                <a:latin typeface="Trebuchet MS"/>
                <a:cs typeface="Trebuchet MS"/>
              </a:rPr>
              <a:t>students</a:t>
            </a:r>
            <a:r>
              <a:rPr lang="en-US" sz="3200" spc="-1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and</a:t>
            </a:r>
            <a:r>
              <a:rPr lang="en-US" sz="3200" spc="-15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60" dirty="0">
                <a:solidFill>
                  <a:srgbClr val="333232"/>
                </a:solidFill>
                <a:latin typeface="Trebuchet MS"/>
                <a:cs typeface="Trebuchet MS"/>
              </a:rPr>
              <a:t>professionals</a:t>
            </a:r>
            <a:r>
              <a:rPr lang="en-US" sz="3200" spc="-16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achieve </a:t>
            </a:r>
            <a:r>
              <a:rPr lang="en-US" sz="3200" spc="-175" dirty="0">
                <a:solidFill>
                  <a:srgbClr val="333232"/>
                </a:solidFill>
                <a:latin typeface="Trebuchet MS"/>
                <a:cs typeface="Trebuchet MS"/>
              </a:rPr>
              <a:t>their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60" dirty="0">
                <a:solidFill>
                  <a:srgbClr val="333232"/>
                </a:solidFill>
                <a:latin typeface="Trebuchet MS"/>
                <a:cs typeface="Trebuchet MS"/>
              </a:rPr>
              <a:t>dreams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of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studying,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45" dirty="0">
                <a:solidFill>
                  <a:srgbClr val="333232"/>
                </a:solidFill>
                <a:latin typeface="Trebuchet MS"/>
                <a:cs typeface="Trebuchet MS"/>
              </a:rPr>
              <a:t>working,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or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settling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abroad.</a:t>
            </a:r>
            <a:endParaRPr lang="en-US"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lang="en-US" sz="3200" dirty="0">
              <a:latin typeface="Trebuchet MS"/>
              <a:cs typeface="Trebuchet MS"/>
            </a:endParaRPr>
          </a:p>
          <a:p>
            <a:pPr marL="12700" marR="5080">
              <a:lnSpc>
                <a:spcPct val="115199"/>
              </a:lnSpc>
            </a:pPr>
            <a:r>
              <a:rPr lang="en-US" sz="3200" spc="-135" dirty="0">
                <a:solidFill>
                  <a:srgbClr val="333232"/>
                </a:solidFill>
                <a:latin typeface="Trebuchet MS"/>
                <a:cs typeface="Trebuchet MS"/>
              </a:rPr>
              <a:t>We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35" dirty="0">
                <a:solidFill>
                  <a:srgbClr val="333232"/>
                </a:solidFill>
                <a:latin typeface="Trebuchet MS"/>
                <a:cs typeface="Trebuchet MS"/>
              </a:rPr>
              <a:t>connect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you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60" dirty="0">
                <a:solidFill>
                  <a:srgbClr val="333232"/>
                </a:solidFill>
                <a:latin typeface="Trebuchet MS"/>
                <a:cs typeface="Trebuchet MS"/>
              </a:rPr>
              <a:t>with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135" dirty="0">
                <a:solidFill>
                  <a:srgbClr val="333232"/>
                </a:solidFill>
                <a:latin typeface="Trebuchet MS"/>
                <a:cs typeface="Trebuchet MS"/>
              </a:rPr>
              <a:t>a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world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of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opportunities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90" dirty="0">
                <a:solidFill>
                  <a:srgbClr val="333232"/>
                </a:solidFill>
                <a:latin typeface="Trebuchet MS"/>
                <a:cs typeface="Trebuchet MS"/>
              </a:rPr>
              <a:t>through</a:t>
            </a:r>
            <a:r>
              <a:rPr lang="en-US"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0" dirty="0">
                <a:solidFill>
                  <a:srgbClr val="333232"/>
                </a:solidFill>
                <a:latin typeface="Trebuchet MS"/>
                <a:cs typeface="Trebuchet MS"/>
              </a:rPr>
              <a:t>top-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notch </a:t>
            </a:r>
            <a:r>
              <a:rPr lang="en-US" sz="3200" spc="-55" dirty="0">
                <a:solidFill>
                  <a:srgbClr val="333232"/>
                </a:solidFill>
                <a:latin typeface="Trebuchet MS"/>
                <a:cs typeface="Trebuchet MS"/>
              </a:rPr>
              <a:t>English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language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support,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75" dirty="0">
                <a:solidFill>
                  <a:srgbClr val="333232"/>
                </a:solidFill>
                <a:latin typeface="Trebuchet MS"/>
                <a:cs typeface="Trebuchet MS"/>
              </a:rPr>
              <a:t>making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50" dirty="0">
                <a:solidFill>
                  <a:srgbClr val="333232"/>
                </a:solidFill>
                <a:latin typeface="Trebuchet MS"/>
                <a:cs typeface="Trebuchet MS"/>
              </a:rPr>
              <a:t>your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45" dirty="0">
                <a:solidFill>
                  <a:srgbClr val="333232"/>
                </a:solidFill>
                <a:latin typeface="Trebuchet MS"/>
                <a:cs typeface="Trebuchet MS"/>
              </a:rPr>
              <a:t>application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0" dirty="0">
                <a:solidFill>
                  <a:srgbClr val="333232"/>
                </a:solidFill>
                <a:latin typeface="Trebuchet MS"/>
                <a:cs typeface="Trebuchet MS"/>
              </a:rPr>
              <a:t>process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5" dirty="0">
                <a:solidFill>
                  <a:srgbClr val="333232"/>
                </a:solidFill>
                <a:latin typeface="Trebuchet MS"/>
                <a:cs typeface="Trebuchet MS"/>
              </a:rPr>
              <a:t>for </a:t>
            </a:r>
            <a:r>
              <a:rPr lang="en-US" sz="3200" spc="-120" dirty="0">
                <a:solidFill>
                  <a:srgbClr val="333232"/>
                </a:solidFill>
                <a:latin typeface="Trebuchet MS"/>
                <a:cs typeface="Trebuchet MS"/>
              </a:rPr>
              <a:t>international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40" dirty="0">
                <a:solidFill>
                  <a:srgbClr val="333232"/>
                </a:solidFill>
                <a:latin typeface="Trebuchet MS"/>
                <a:cs typeface="Trebuchet MS"/>
              </a:rPr>
              <a:t>education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and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45" dirty="0">
                <a:solidFill>
                  <a:srgbClr val="333232"/>
                </a:solidFill>
                <a:latin typeface="Trebuchet MS"/>
                <a:cs typeface="Trebuchet MS"/>
              </a:rPr>
              <a:t>careers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90" dirty="0">
                <a:solidFill>
                  <a:srgbClr val="333232"/>
                </a:solidFill>
                <a:latin typeface="Trebuchet MS"/>
                <a:cs typeface="Trebuchet MS"/>
              </a:rPr>
              <a:t>smooth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and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successful.</a:t>
            </a:r>
            <a:endParaRPr lang="en-US"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lang="en-US" sz="3200" dirty="0">
              <a:latin typeface="Trebuchet MS"/>
              <a:cs typeface="Trebuchet MS"/>
            </a:endParaRPr>
          </a:p>
          <a:p>
            <a:pPr marL="12700" marR="372745">
              <a:lnSpc>
                <a:spcPct val="115199"/>
              </a:lnSpc>
            </a:pPr>
            <a:r>
              <a:rPr lang="en-US" sz="3200" spc="-204" dirty="0">
                <a:solidFill>
                  <a:srgbClr val="333232"/>
                </a:solidFill>
                <a:latin typeface="Trebuchet MS"/>
                <a:cs typeface="Trebuchet MS"/>
              </a:rPr>
              <a:t>With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135" dirty="0">
                <a:solidFill>
                  <a:srgbClr val="333232"/>
                </a:solidFill>
                <a:latin typeface="Trebuchet MS"/>
                <a:cs typeface="Trebuchet MS"/>
              </a:rPr>
              <a:t>a</a:t>
            </a:r>
            <a:r>
              <a:rPr lang="en-US" sz="3200" spc="-16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90" dirty="0">
                <a:solidFill>
                  <a:srgbClr val="333232"/>
                </a:solidFill>
                <a:latin typeface="Trebuchet MS"/>
                <a:cs typeface="Trebuchet MS"/>
              </a:rPr>
              <a:t>proven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track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65" dirty="0">
                <a:solidFill>
                  <a:srgbClr val="333232"/>
                </a:solidFill>
                <a:latin typeface="Trebuchet MS"/>
                <a:cs typeface="Trebuchet MS"/>
              </a:rPr>
              <a:t>record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of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0" dirty="0">
                <a:solidFill>
                  <a:srgbClr val="333232"/>
                </a:solidFill>
                <a:latin typeface="Trebuchet MS"/>
                <a:cs typeface="Trebuchet MS"/>
              </a:rPr>
              <a:t>accommodating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numerous </a:t>
            </a:r>
            <a:r>
              <a:rPr lang="en-US" sz="3200" spc="-60" dirty="0">
                <a:solidFill>
                  <a:srgbClr val="333232"/>
                </a:solidFill>
                <a:latin typeface="Trebuchet MS"/>
                <a:cs typeface="Trebuchet MS"/>
              </a:rPr>
              <a:t>exam</a:t>
            </a:r>
            <a:r>
              <a:rPr lang="en-US" sz="3200" spc="-17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stations,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FETC</a:t>
            </a:r>
            <a:r>
              <a:rPr lang="en-US"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65" dirty="0">
                <a:solidFill>
                  <a:srgbClr val="333232"/>
                </a:solidFill>
                <a:latin typeface="Trebuchet MS"/>
                <a:cs typeface="Trebuchet MS"/>
              </a:rPr>
              <a:t>excels</a:t>
            </a:r>
            <a:r>
              <a:rPr lang="en-US" sz="3200" spc="-13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55" dirty="0">
                <a:solidFill>
                  <a:srgbClr val="333232"/>
                </a:solidFill>
                <a:latin typeface="Trebuchet MS"/>
                <a:cs typeface="Trebuchet MS"/>
              </a:rPr>
              <a:t>in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75" dirty="0">
                <a:solidFill>
                  <a:srgbClr val="333232"/>
                </a:solidFill>
                <a:latin typeface="Trebuchet MS"/>
                <a:cs typeface="Trebuchet MS"/>
              </a:rPr>
              <a:t>providing</a:t>
            </a:r>
            <a:r>
              <a:rPr lang="en-US"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5" dirty="0">
                <a:solidFill>
                  <a:srgbClr val="333232"/>
                </a:solidFill>
                <a:latin typeface="Trebuchet MS"/>
                <a:cs typeface="Trebuchet MS"/>
              </a:rPr>
              <a:t>high-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quality </a:t>
            </a:r>
            <a:r>
              <a:rPr lang="en-US" sz="3200" spc="-55" dirty="0">
                <a:solidFill>
                  <a:srgbClr val="333232"/>
                </a:solidFill>
                <a:latin typeface="Trebuchet MS"/>
                <a:cs typeface="Trebuchet MS"/>
              </a:rPr>
              <a:t>assessments</a:t>
            </a:r>
            <a:r>
              <a:rPr lang="en-US"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for</a:t>
            </a:r>
            <a:r>
              <a:rPr lang="en-US" sz="3200" spc="-9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40" dirty="0">
                <a:solidFill>
                  <a:srgbClr val="333232"/>
                </a:solidFill>
                <a:latin typeface="Trebuchet MS"/>
                <a:cs typeface="Trebuchet MS"/>
              </a:rPr>
              <a:t>students,</a:t>
            </a:r>
            <a:r>
              <a:rPr lang="en-US"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dirty="0">
                <a:solidFill>
                  <a:srgbClr val="333232"/>
                </a:solidFill>
                <a:latin typeface="Trebuchet MS"/>
                <a:cs typeface="Trebuchet MS"/>
              </a:rPr>
              <a:t>and</a:t>
            </a:r>
            <a:r>
              <a:rPr lang="en-US" sz="3200" spc="-9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" dirty="0">
                <a:solidFill>
                  <a:srgbClr val="333232"/>
                </a:solidFill>
                <a:latin typeface="Trebuchet MS"/>
                <a:cs typeface="Trebuchet MS"/>
              </a:rPr>
              <a:t>spouses </a:t>
            </a:r>
            <a:r>
              <a:rPr lang="en-US" sz="3200" spc="-60" dirty="0">
                <a:solidFill>
                  <a:srgbClr val="333232"/>
                </a:solidFill>
                <a:latin typeface="Trebuchet MS"/>
                <a:cs typeface="Trebuchet MS"/>
              </a:rPr>
              <a:t>aiming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10" dirty="0">
                <a:solidFill>
                  <a:srgbClr val="333232"/>
                </a:solidFill>
                <a:latin typeface="Trebuchet MS"/>
                <a:cs typeface="Trebuchet MS"/>
              </a:rPr>
              <a:t>for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opportunities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55" dirty="0">
                <a:solidFill>
                  <a:srgbClr val="333232"/>
                </a:solidFill>
                <a:latin typeface="Trebuchet MS"/>
                <a:cs typeface="Trebuchet MS"/>
              </a:rPr>
              <a:t>in</a:t>
            </a:r>
            <a:r>
              <a:rPr lang="en-US" sz="3200" spc="-1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125" dirty="0">
                <a:solidFill>
                  <a:srgbClr val="333232"/>
                </a:solidFill>
                <a:latin typeface="Trebuchet MS"/>
                <a:cs typeface="Trebuchet MS"/>
              </a:rPr>
              <a:t>the</a:t>
            </a:r>
            <a:r>
              <a:rPr lang="en-US"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200" spc="-280" dirty="0">
                <a:solidFill>
                  <a:srgbClr val="333232"/>
                </a:solidFill>
                <a:latin typeface="Trebuchet MS"/>
                <a:cs typeface="Trebuchet MS"/>
              </a:rPr>
              <a:t>UK.</a:t>
            </a:r>
            <a:endParaRPr lang="en-US"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594" y="59255"/>
            <a:ext cx="14613255" cy="2041384"/>
          </a:xfrm>
          <a:prstGeom prst="rect">
            <a:avLst/>
          </a:prstGeom>
        </p:spPr>
        <p:txBody>
          <a:bodyPr vert="horz" wrap="square" lIns="0" tIns="878641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b="1" spc="590" dirty="0"/>
              <a:t>About</a:t>
            </a:r>
            <a:r>
              <a:rPr b="1" spc="400" dirty="0"/>
              <a:t> </a:t>
            </a:r>
            <a:r>
              <a:rPr b="1" spc="455" dirty="0"/>
              <a:t>Us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0664" y="1999621"/>
            <a:ext cx="5897335" cy="8287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9258300"/>
            <a:ext cx="47752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21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r>
              <a:rPr sz="4500" b="1" spc="-2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4500" b="1" spc="-10" dirty="0">
                <a:solidFill>
                  <a:srgbClr val="333232"/>
                </a:solidFill>
                <a:latin typeface="Trebuchet MS"/>
                <a:cs typeface="Trebuchet MS"/>
              </a:rPr>
              <a:t>Consultation</a:t>
            </a:r>
            <a:endParaRPr sz="45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7104049"/>
            <a:ext cx="2743200" cy="21542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34871" y="-9686"/>
            <a:ext cx="7611006" cy="1998421"/>
          </a:xfrm>
          <a:prstGeom prst="rect">
            <a:avLst/>
          </a:prstGeom>
        </p:spPr>
        <p:txBody>
          <a:bodyPr vert="horz" wrap="square" lIns="0" tIns="836094" rIns="0" bIns="0" rtlCol="0">
            <a:spAutoFit/>
          </a:bodyPr>
          <a:lstStyle/>
          <a:p>
            <a:pPr marL="790575" algn="l">
              <a:lnSpc>
                <a:spcPct val="100000"/>
              </a:lnSpc>
              <a:spcBef>
                <a:spcPts val="100"/>
              </a:spcBef>
            </a:pPr>
            <a:r>
              <a:rPr b="1" spc="930" dirty="0"/>
              <a:t>Our</a:t>
            </a:r>
            <a:r>
              <a:rPr b="1" spc="409" dirty="0"/>
              <a:t> </a:t>
            </a:r>
            <a:r>
              <a:rPr b="1" spc="580" dirty="0"/>
              <a:t>Services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43F9CEB-C5F4-4D45-9EB5-82424A3D9D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1650" y="2899529"/>
            <a:ext cx="2400300" cy="220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EB966-7711-F365-5C97-43684933DE64}"/>
              </a:ext>
            </a:extLst>
          </p:cNvPr>
          <p:cNvSpPr txBox="1"/>
          <p:nvPr/>
        </p:nvSpPr>
        <p:spPr>
          <a:xfrm>
            <a:off x="1346200" y="5319038"/>
            <a:ext cx="426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b="1" dirty="0">
                <a:solidFill>
                  <a:srgbClr val="333232"/>
                </a:solidFill>
                <a:latin typeface="Trebuchet MS"/>
                <a:cs typeface="Trebuchet MS"/>
              </a:rPr>
              <a:t>Study</a:t>
            </a:r>
            <a:r>
              <a:rPr lang="en-IN" sz="4000" b="1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IN" sz="4000" b="1" spc="110" dirty="0">
                <a:solidFill>
                  <a:srgbClr val="333232"/>
                </a:solidFill>
                <a:latin typeface="Trebuchet MS"/>
                <a:cs typeface="Trebuchet MS"/>
              </a:rPr>
              <a:t>Abroad</a:t>
            </a:r>
            <a:endParaRPr lang="en-IN" sz="4000" dirty="0">
              <a:latin typeface="Trebuchet MS"/>
              <a:cs typeface="Trebuchet MS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BFE25C7C-0790-DC88-458E-12C64179222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6684897"/>
            <a:ext cx="3124200" cy="25734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3D7F6E-8BC8-152F-C899-667FD3DC6016}"/>
              </a:ext>
            </a:extLst>
          </p:cNvPr>
          <p:cNvSpPr txBox="1"/>
          <p:nvPr/>
        </p:nvSpPr>
        <p:spPr>
          <a:xfrm>
            <a:off x="6096000" y="9257017"/>
            <a:ext cx="6157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b="1" spc="-220" dirty="0">
                <a:solidFill>
                  <a:srgbClr val="333232"/>
                </a:solidFill>
                <a:latin typeface="Trebuchet MS"/>
                <a:cs typeface="Trebuchet MS"/>
              </a:rPr>
              <a:t>Fully</a:t>
            </a:r>
            <a:r>
              <a:rPr lang="en-IN" sz="4000" b="1" spc="-2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IN" sz="4000" b="1" spc="-70" dirty="0">
                <a:solidFill>
                  <a:srgbClr val="333232"/>
                </a:solidFill>
                <a:latin typeface="Trebuchet MS"/>
                <a:cs typeface="Trebuchet MS"/>
              </a:rPr>
              <a:t>Funded</a:t>
            </a:r>
            <a:r>
              <a:rPr lang="en-IN" sz="4000" b="1" spc="-24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IN" sz="4000" b="1" spc="-10" dirty="0">
                <a:solidFill>
                  <a:srgbClr val="333232"/>
                </a:solidFill>
                <a:latin typeface="Trebuchet MS"/>
                <a:cs typeface="Trebuchet MS"/>
              </a:rPr>
              <a:t>Education</a:t>
            </a:r>
            <a:endParaRPr lang="en-IN" sz="4000" dirty="0">
              <a:latin typeface="Trebuchet MS"/>
              <a:cs typeface="Trebuchet MS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33F40D-1C9B-EAE7-8E8B-353CF9449C6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69785" y="2573320"/>
            <a:ext cx="3124200" cy="27457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44A81C-F409-F876-5F81-016523C144ED}"/>
              </a:ext>
            </a:extLst>
          </p:cNvPr>
          <p:cNvSpPr txBox="1"/>
          <p:nvPr/>
        </p:nvSpPr>
        <p:spPr>
          <a:xfrm>
            <a:off x="13258800" y="5231007"/>
            <a:ext cx="5410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spc="125" dirty="0">
                <a:solidFill>
                  <a:srgbClr val="333232"/>
                </a:solidFill>
                <a:latin typeface="Trebuchet MS"/>
                <a:cs typeface="Trebuchet MS"/>
              </a:rPr>
              <a:t>Language</a:t>
            </a:r>
            <a:r>
              <a:rPr lang="en-IN" sz="4400" b="1" spc="-23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IN" sz="4400" b="1" spc="-10" dirty="0">
                <a:solidFill>
                  <a:srgbClr val="333232"/>
                </a:solidFill>
                <a:latin typeface="Trebuchet MS"/>
                <a:cs typeface="Trebuchet MS"/>
              </a:rPr>
              <a:t>Training</a:t>
            </a:r>
            <a:endParaRPr lang="en-IN" sz="4400" dirty="0">
              <a:latin typeface="Trebuchet MS"/>
              <a:cs typeface="Trebuchet MS"/>
            </a:endParaRP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ECB8423E-107F-000A-15B8-93190C7601E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4025" y="2525721"/>
            <a:ext cx="2749090" cy="26622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A7C250-982A-5637-8D53-15F92AC083DE}"/>
              </a:ext>
            </a:extLst>
          </p:cNvPr>
          <p:cNvSpPr txBox="1"/>
          <p:nvPr/>
        </p:nvSpPr>
        <p:spPr>
          <a:xfrm>
            <a:off x="6375400" y="5292562"/>
            <a:ext cx="6477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b="1" spc="70" dirty="0">
                <a:solidFill>
                  <a:srgbClr val="333232"/>
                </a:solidFill>
                <a:latin typeface="Trebuchet MS"/>
                <a:cs typeface="Trebuchet MS"/>
              </a:rPr>
              <a:t>Career</a:t>
            </a:r>
            <a:r>
              <a:rPr lang="en-IN" sz="4000" b="1" spc="-2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IN" sz="4000" b="1" spc="-10" dirty="0">
                <a:solidFill>
                  <a:srgbClr val="333232"/>
                </a:solidFill>
                <a:latin typeface="Trebuchet MS"/>
                <a:cs typeface="Trebuchet MS"/>
              </a:rPr>
              <a:t>Counselling</a:t>
            </a:r>
            <a:endParaRPr lang="en-IN" sz="4000" dirty="0">
              <a:latin typeface="Trebuchet MS"/>
              <a:cs typeface="Trebuchet MS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C7777D46-1C92-EA6F-E864-2A8E1786870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50860" y="6825705"/>
            <a:ext cx="2762050" cy="24300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E79BFF9-3B0B-92E4-F956-AF12DC8364EB}"/>
              </a:ext>
            </a:extLst>
          </p:cNvPr>
          <p:cNvSpPr txBox="1"/>
          <p:nvPr/>
        </p:nvSpPr>
        <p:spPr>
          <a:xfrm>
            <a:off x="11811000" y="9208577"/>
            <a:ext cx="670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b="1" spc="215" dirty="0"/>
              <a:t>Visa</a:t>
            </a:r>
            <a:r>
              <a:rPr lang="en-IN" sz="4400" b="1" spc="-229" dirty="0"/>
              <a:t> </a:t>
            </a:r>
            <a:r>
              <a:rPr lang="en-IN" sz="3600" b="1" spc="70" dirty="0"/>
              <a:t>Dates</a:t>
            </a:r>
            <a:r>
              <a:rPr lang="en-IN" sz="4400" b="1" spc="-225" dirty="0"/>
              <a:t> </a:t>
            </a:r>
            <a:r>
              <a:rPr lang="en-IN" sz="4400" spc="-200" dirty="0"/>
              <a:t>&amp;</a:t>
            </a:r>
            <a:r>
              <a:rPr lang="en-IN" sz="4400" spc="-225" dirty="0"/>
              <a:t> </a:t>
            </a:r>
            <a:r>
              <a:rPr lang="en-IN" sz="4000" b="1" spc="-10" dirty="0"/>
              <a:t>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594" y="59255"/>
            <a:ext cx="14613255" cy="1998421"/>
          </a:xfrm>
          <a:prstGeom prst="rect">
            <a:avLst/>
          </a:prstGeom>
        </p:spPr>
        <p:txBody>
          <a:bodyPr vert="horz" wrap="square" lIns="0" tIns="836094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b="1" spc="795" dirty="0"/>
              <a:t>Prime</a:t>
            </a:r>
            <a:r>
              <a:rPr b="1" spc="409" dirty="0"/>
              <a:t> </a:t>
            </a:r>
            <a:r>
              <a:rPr b="1" spc="635" dirty="0"/>
              <a:t>Study</a:t>
            </a:r>
            <a:r>
              <a:rPr b="1" spc="409" dirty="0"/>
              <a:t> </a:t>
            </a:r>
            <a:r>
              <a:rPr b="1" spc="434" dirty="0"/>
              <a:t>Destinations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367753"/>
            <a:ext cx="2581274" cy="2581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0645" y="3367753"/>
            <a:ext cx="2581274" cy="2581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2590" y="3367753"/>
            <a:ext cx="2581274" cy="25812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64084" y="3367753"/>
            <a:ext cx="2581274" cy="25812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76480" y="3367753"/>
            <a:ext cx="2581274" cy="25812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94646" y="6287452"/>
            <a:ext cx="10750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9" dirty="0">
                <a:solidFill>
                  <a:srgbClr val="333232"/>
                </a:solidFill>
                <a:latin typeface="Arial Black"/>
                <a:cs typeface="Arial Black"/>
              </a:rPr>
              <a:t>USA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49884" y="6287452"/>
            <a:ext cx="18116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4" dirty="0">
                <a:solidFill>
                  <a:srgbClr val="333232"/>
                </a:solidFill>
                <a:latin typeface="Arial Black"/>
                <a:cs typeface="Arial Black"/>
              </a:rPr>
              <a:t>Europe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5922" y="6287452"/>
            <a:ext cx="22561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70" dirty="0">
                <a:solidFill>
                  <a:srgbClr val="333232"/>
                </a:solidFill>
                <a:latin typeface="Arial Black"/>
                <a:cs typeface="Arial Black"/>
              </a:rPr>
              <a:t>Australia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7602" y="6287452"/>
            <a:ext cx="745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45" dirty="0">
                <a:solidFill>
                  <a:srgbClr val="333232"/>
                </a:solidFill>
                <a:latin typeface="Arial Black"/>
                <a:cs typeface="Arial Black"/>
              </a:rPr>
              <a:t>UK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69126" y="6287452"/>
            <a:ext cx="17976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95" dirty="0">
                <a:solidFill>
                  <a:srgbClr val="333232"/>
                </a:solidFill>
                <a:latin typeface="Arial Black"/>
                <a:cs typeface="Arial Black"/>
              </a:rPr>
              <a:t>Ireland</a:t>
            </a:r>
            <a:endParaRPr sz="4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F9EA-B70C-2BF5-61CB-F4036E7F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100"/>
            <a:ext cx="14613255" cy="2215991"/>
          </a:xfrm>
        </p:spPr>
        <p:txBody>
          <a:bodyPr/>
          <a:lstStyle/>
          <a:p>
            <a:r>
              <a:rPr lang="en-US" sz="7200" b="1" dirty="0"/>
              <a:t>Agenda of Our Partnership</a:t>
            </a:r>
            <a:br>
              <a:rPr lang="en-US" sz="7200" b="1" dirty="0"/>
            </a:br>
            <a:endParaRPr lang="en-IN" sz="7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E311A-76EE-30BC-88D4-41D7B44B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097" y="2171700"/>
            <a:ext cx="17821806" cy="9433352"/>
          </a:xfrm>
        </p:spPr>
        <p:txBody>
          <a:bodyPr/>
          <a:lstStyle/>
          <a:p>
            <a:pPr marL="914400" indent="-914400" algn="just">
              <a:buAutoNum type="arabicPeriod"/>
            </a:pPr>
            <a:r>
              <a:rPr lang="en-US" sz="4000" dirty="0"/>
              <a:t>Professional Training</a:t>
            </a:r>
            <a:r>
              <a:rPr lang="en-US" sz="4000" b="0" dirty="0"/>
              <a:t>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Certified TOEFL and SELT training programs for faculty members, enhancing teaching capabilities and career advancement opportunities.</a:t>
            </a:r>
          </a:p>
          <a:p>
            <a:pPr marL="914400" indent="-914400" algn="just">
              <a:buAutoNum type="arabicPeriod"/>
            </a:pPr>
            <a:endParaRPr lang="en-US" sz="4000" b="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914400" indent="-914400" algn="just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" pitchFamily="34" charset="-122"/>
              </a:rPr>
              <a:t>Career Counselling: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Expert guidance helping students navigate career paths, university selections, and global opportunities with confidence.</a:t>
            </a:r>
          </a:p>
          <a:p>
            <a:pPr marL="914400" indent="-914400" algn="just">
              <a:buFontTx/>
              <a:buAutoNum type="arabicPeriod"/>
            </a:pPr>
            <a:endParaRPr lang="en-US" sz="4000" b="0" dirty="0"/>
          </a:p>
          <a:p>
            <a:pPr marL="914400" indent="-914400" algn="just">
              <a:buFontTx/>
              <a:buAutoNum type="arabicPeriod"/>
            </a:pPr>
            <a:r>
              <a:rPr lang="en-US" sz="4000" dirty="0"/>
              <a:t>University Visits: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Direct campus visits from international university representatives, providing students with firsthand information about study abroad options.</a:t>
            </a:r>
          </a:p>
          <a:p>
            <a:pPr marL="914400" indent="-914400" algn="just">
              <a:buFontTx/>
              <a:buAutoNum type="arabicPeriod"/>
            </a:pPr>
            <a:endParaRPr lang="en-US" sz="4000" b="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914400" indent="-914400" algn="just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" pitchFamily="34" charset="-122"/>
              </a:rPr>
              <a:t>City College Birmingham (2+1):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</a:rPr>
              <a:t>Explore your path to Accredited qualifications. Complete your first two years in India, pathway to aboard. </a:t>
            </a:r>
            <a:endParaRPr lang="en-US" sz="4000" b="0" dirty="0"/>
          </a:p>
          <a:p>
            <a:pPr marL="914400" indent="-914400" algn="just">
              <a:buAutoNum type="arabicPeriod"/>
            </a:pPr>
            <a:endParaRPr lang="en-US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24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1D43-4EB1-5F8C-7F57-06F95786A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C7B3-FC97-7CB3-4B46-31EE25E3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300"/>
            <a:ext cx="14613255" cy="1107996"/>
          </a:xfrm>
        </p:spPr>
        <p:txBody>
          <a:bodyPr/>
          <a:lstStyle/>
          <a:p>
            <a:r>
              <a:rPr lang="en-US" sz="7200" b="1" dirty="0"/>
              <a:t>Benefits for Your Faculty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7D4E6-EADF-59A8-D6A5-E63048682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019300"/>
            <a:ext cx="13335000" cy="10295126"/>
          </a:xfrm>
        </p:spPr>
        <p:txBody>
          <a:bodyPr/>
          <a:lstStyle/>
          <a:p>
            <a:pPr marL="914400" indent="-914400" algn="just">
              <a:buAutoNum type="arabicPeriod"/>
            </a:pPr>
            <a:endParaRPr lang="en-US" sz="4000" b="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914400" indent="-914400" algn="just"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Certified Training Programs: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Official TOEFL and SELT certification training that enhances your teaching credentials and opens new career opportunities.</a:t>
            </a:r>
          </a:p>
          <a:p>
            <a:pPr marL="914400" indent="-914400" algn="just">
              <a:buAutoNum type="arabicPeriod"/>
            </a:pPr>
            <a:endParaRPr lang="en-US" sz="4000" b="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914400" indent="-914400" algn="just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Professional Development: </a:t>
            </a:r>
            <a:r>
              <a:rPr lang="en-US" sz="4000" b="0" dirty="0">
                <a:solidFill>
                  <a:srgbClr val="272525"/>
                </a:solidFill>
                <a:ea typeface="Inter" panose="020B0604020202020204" charset="0"/>
                <a:cs typeface="Inter" pitchFamily="34" charset="-120"/>
              </a:rPr>
              <a:t>Stay current with international education standards and improve your ability to guide students toward global opportunities.</a:t>
            </a:r>
          </a:p>
          <a:p>
            <a:pPr marL="914400" indent="-914400" algn="just">
              <a:buFontTx/>
              <a:buAutoNum type="arabicPeriod"/>
            </a:pPr>
            <a:endParaRPr lang="en-US" sz="4000" b="0" dirty="0">
              <a:ea typeface="Inter" panose="020B0604020202020204" charset="0"/>
            </a:endParaRPr>
          </a:p>
          <a:p>
            <a:pPr marL="914400" indent="-914400" algn="just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Referral Incentives: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Earn referral incentives when your students enroll through our partnerships, creating additional income streams for dedicated faculty.</a:t>
            </a:r>
            <a:endParaRPr lang="en-US" sz="4000" b="0" dirty="0"/>
          </a:p>
          <a:p>
            <a:pPr marL="914400" indent="-914400" algn="just">
              <a:buFontTx/>
              <a:buAutoNum type="arabicPeriod"/>
            </a:pPr>
            <a:endParaRPr lang="en-US" sz="4800" dirty="0"/>
          </a:p>
          <a:p>
            <a:pPr algn="just"/>
            <a:endParaRPr lang="en-US" sz="4800" dirty="0"/>
          </a:p>
          <a:p>
            <a:pPr algn="just"/>
            <a:endParaRPr lang="en-US" sz="4800" dirty="0"/>
          </a:p>
          <a:p>
            <a:endParaRPr lang="en-IN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0A89AF1-1F5F-BA92-35C0-C12AD405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9" y="2552699"/>
            <a:ext cx="3352801" cy="33528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B922D3-A814-DDE3-4D74-F86AF99B5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0" y="6104396"/>
            <a:ext cx="3382506" cy="338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3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1D4F-4152-B4B8-14B2-E78F70DD7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191C-B091-D790-D9ED-3D0711C2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79" y="942228"/>
            <a:ext cx="14613255" cy="686150"/>
          </a:xfrm>
        </p:spPr>
        <p:txBody>
          <a:bodyPr/>
          <a:lstStyle/>
          <a:p>
            <a:pPr>
              <a:lnSpc>
                <a:spcPts val="4625"/>
              </a:lnSpc>
            </a:pPr>
            <a:r>
              <a:rPr lang="en-US" sz="7200" b="1" dirty="0">
                <a:solidFill>
                  <a:srgbClr val="000000"/>
                </a:solidFill>
                <a:latin typeface="+mn-lt"/>
                <a:ea typeface="Inter Bold" pitchFamily="34" charset="-122"/>
                <a:cs typeface="Inter Bold" pitchFamily="34" charset="-120"/>
              </a:rPr>
              <a:t>Campus Visit’s</a:t>
            </a:r>
            <a:endParaRPr lang="en-US" sz="7200" b="1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514F6-A76C-CFB5-937E-477044FE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866900"/>
            <a:ext cx="12268200" cy="10572125"/>
          </a:xfrm>
        </p:spPr>
        <p:txBody>
          <a:bodyPr/>
          <a:lstStyle/>
          <a:p>
            <a:pPr lvl="8" algn="just"/>
            <a:br>
              <a:rPr lang="en-US" sz="2100" dirty="0"/>
            </a:br>
            <a:endParaRPr lang="en-US" sz="2100" dirty="0"/>
          </a:p>
          <a:p>
            <a:pPr marL="742950" indent="-742950" algn="just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First Visit: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Bill Boozing – 3</a:t>
            </a:r>
            <a:r>
              <a:rPr lang="en-US" sz="4000" b="0" baseline="30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rd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April2026 Curry College representative will visit your campus, sharing opportunities for American education.</a:t>
            </a:r>
          </a:p>
          <a:p>
            <a:pPr marL="742950" indent="-742950" algn="just">
              <a:buFontTx/>
              <a:buAutoNum type="arabicPeriod"/>
            </a:pPr>
            <a:endParaRPr lang="en-US" sz="4000" b="0" dirty="0"/>
          </a:p>
          <a:p>
            <a:pPr marL="742950" indent="-742950" algn="l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Follow-Up Visits: </a:t>
            </a:r>
            <a:r>
              <a:rPr lang="en-US" sz="4000" b="0" dirty="0">
                <a:solidFill>
                  <a:srgbClr val="272525"/>
                </a:solidFill>
                <a:ea typeface="Inter" panose="020B0604020202020204" charset="0"/>
                <a:cs typeface="Inter" pitchFamily="34" charset="-120"/>
              </a:rPr>
              <a:t>UK University Representatives will visit, showcasing British higher education options and pathways.</a:t>
            </a:r>
          </a:p>
          <a:p>
            <a:pPr marL="742950" indent="-742950" algn="just">
              <a:buFontTx/>
              <a:buAutoNum type="arabicPeriod"/>
            </a:pPr>
            <a:endParaRPr lang="en-US" sz="4000" dirty="0">
              <a:ea typeface="Inter" panose="020B0604020202020204" charset="0"/>
            </a:endParaRPr>
          </a:p>
          <a:p>
            <a:pPr marL="742950" indent="-742950" algn="l">
              <a:buFontTx/>
              <a:buAutoNum type="arabicPeriod"/>
            </a:pPr>
            <a:r>
              <a:rPr lang="en-US" sz="40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Ongoing Access: </a:t>
            </a: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Continued university partnerships expanding your students' global education choices.</a:t>
            </a:r>
            <a:endParaRPr lang="en-US" sz="4000" b="0" dirty="0"/>
          </a:p>
          <a:p>
            <a:pPr marL="742950" indent="-742950" algn="just">
              <a:buFontTx/>
              <a:buAutoNum type="arabicPeriod"/>
            </a:pPr>
            <a:endParaRPr lang="en-US" sz="4000" dirty="0"/>
          </a:p>
          <a:p>
            <a:pPr marL="742950" indent="-742950" algn="just">
              <a:buAutoNum type="arabicPeriod"/>
            </a:pPr>
            <a:endParaRPr lang="en-US" sz="4000" dirty="0">
              <a:solidFill>
                <a:srgbClr val="272525"/>
              </a:solidFill>
              <a:ea typeface="Inter Bold" pitchFamily="34" charset="-122"/>
              <a:cs typeface="Inter Bold" pitchFamily="34" charset="-120"/>
            </a:endParaRPr>
          </a:p>
          <a:p>
            <a:pPr algn="just"/>
            <a:endParaRPr lang="en-US" sz="4000" dirty="0"/>
          </a:p>
          <a:p>
            <a:pPr algn="just"/>
            <a:endParaRPr lang="en-US" sz="4000" dirty="0"/>
          </a:p>
          <a:p>
            <a:endParaRPr lang="en-IN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8C25258-3A25-5081-EBFF-2DA926D6E39D}"/>
              </a:ext>
            </a:extLst>
          </p:cNvPr>
          <p:cNvSpPr/>
          <p:nvPr/>
        </p:nvSpPr>
        <p:spPr>
          <a:xfrm>
            <a:off x="1819176" y="2343944"/>
            <a:ext cx="5139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67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1667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865776-9E3A-253A-759D-FC21EA5AA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800" y="2646363"/>
            <a:ext cx="5434669" cy="707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4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97F7-5135-D068-D65D-09BD2A94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6C11-BE04-6BA8-45A3-6A90F670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6300"/>
            <a:ext cx="18342128" cy="1865960"/>
          </a:xfrm>
        </p:spPr>
        <p:txBody>
          <a:bodyPr/>
          <a:lstStyle/>
          <a:p>
            <a:pPr>
              <a:lnSpc>
                <a:spcPts val="4625"/>
              </a:lnSpc>
            </a:pPr>
            <a:r>
              <a:rPr lang="en-US" sz="7200" b="1" dirty="0">
                <a:solidFill>
                  <a:srgbClr val="000000"/>
                </a:solidFill>
                <a:latin typeface="+mn-lt"/>
                <a:ea typeface="Inter Bold" pitchFamily="34" charset="-122"/>
                <a:cs typeface="Inter Bold" pitchFamily="34" charset="-120"/>
              </a:rPr>
              <a:t>Top-Notch Global Programs</a:t>
            </a:r>
            <a:br>
              <a:rPr lang="en-US" sz="7200" b="1" dirty="0">
                <a:solidFill>
                  <a:srgbClr val="000000"/>
                </a:solidFill>
                <a:latin typeface="+mn-lt"/>
                <a:ea typeface="Inter Bold" pitchFamily="34" charset="-122"/>
                <a:cs typeface="Inter Bold" pitchFamily="34" charset="-120"/>
              </a:rPr>
            </a:br>
            <a:br>
              <a:rPr lang="en-US" sz="7200" b="1" dirty="0">
                <a:latin typeface="+mn-lt"/>
              </a:rPr>
            </a:br>
            <a:endParaRPr lang="en-US" sz="7200" b="1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28476-C499-BA6B-0ED9-99A411F8E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804" y="876300"/>
            <a:ext cx="12635409" cy="13034337"/>
          </a:xfrm>
        </p:spPr>
        <p:txBody>
          <a:bodyPr/>
          <a:lstStyle/>
          <a:p>
            <a:pPr lvl="8" algn="just"/>
            <a:br>
              <a:rPr lang="en-US" sz="2100" dirty="0"/>
            </a:br>
            <a:endParaRPr lang="en-US" sz="2100" dirty="0"/>
          </a:p>
          <a:p>
            <a:pPr>
              <a:lnSpc>
                <a:spcPct val="150000"/>
              </a:lnSpc>
              <a:buSzPct val="100000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IT |Computing |Digital Technology</a:t>
            </a:r>
          </a:p>
          <a:p>
            <a:pPr>
              <a:lnSpc>
                <a:spcPct val="150000"/>
              </a:lnSpc>
              <a:buSzPct val="100000"/>
            </a:pPr>
            <a:endParaRPr lang="en-US" sz="4000" b="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4000" u="sng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Career Pathway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Software Developer/ Web Developer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IT Support Specialist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Network Engineer/ Cybersecurity Analyst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Data Scientist/ Business Intelligence Analyst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E-Commerce Manager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4000" b="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Tech Project Manager</a:t>
            </a:r>
          </a:p>
          <a:p>
            <a:pPr>
              <a:lnSpc>
                <a:spcPct val="150000"/>
              </a:lnSpc>
              <a:buSzPct val="100000"/>
            </a:pPr>
            <a:endParaRPr lang="en-US" sz="4000" b="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algn="just"/>
            <a:endParaRPr lang="en-US" sz="4000" dirty="0"/>
          </a:p>
          <a:p>
            <a:pPr marL="742950" indent="-742950" algn="just">
              <a:buAutoNum type="arabicPeriod"/>
            </a:pPr>
            <a:endParaRPr lang="en-US" sz="4000" dirty="0">
              <a:solidFill>
                <a:srgbClr val="272525"/>
              </a:solidFill>
              <a:ea typeface="Inter Bold" pitchFamily="34" charset="-122"/>
              <a:cs typeface="Inter Bold" pitchFamily="34" charset="-120"/>
            </a:endParaRPr>
          </a:p>
          <a:p>
            <a:pPr algn="just"/>
            <a:endParaRPr lang="en-US" sz="4000" dirty="0"/>
          </a:p>
          <a:p>
            <a:pPr algn="just"/>
            <a:endParaRPr lang="en-US" sz="4000" dirty="0"/>
          </a:p>
          <a:p>
            <a:endParaRPr lang="en-IN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CF928E7-42F2-3336-B41D-E7D37D662143}"/>
              </a:ext>
            </a:extLst>
          </p:cNvPr>
          <p:cNvSpPr/>
          <p:nvPr/>
        </p:nvSpPr>
        <p:spPr>
          <a:xfrm>
            <a:off x="1819176" y="2343944"/>
            <a:ext cx="5139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67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1667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92443-533E-CC92-9C36-9EFE1745D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963400" y="6633212"/>
            <a:ext cx="6070599" cy="31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98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3385794"/>
            <a:ext cx="11701145" cy="50940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04">
              <a:lnSpc>
                <a:spcPct val="115199"/>
              </a:lnSpc>
              <a:spcBef>
                <a:spcPts val="4615"/>
              </a:spcBef>
              <a:tabLst>
                <a:tab pos="7282815" algn="l"/>
              </a:tabLst>
            </a:pPr>
            <a:r>
              <a:rPr sz="3200" dirty="0">
                <a:solidFill>
                  <a:srgbClr val="333232"/>
                </a:solidFill>
                <a:latin typeface="Trebuchet MS"/>
                <a:cs typeface="Trebuchet MS"/>
              </a:rPr>
              <a:t>FETC</a:t>
            </a:r>
            <a:r>
              <a:rPr sz="3200" spc="-2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is</a:t>
            </a:r>
            <a:r>
              <a:rPr sz="3200" spc="-13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333232"/>
                </a:solidFill>
                <a:latin typeface="Trebuchet MS"/>
                <a:cs typeface="Trebuchet MS"/>
              </a:rPr>
              <a:t>proud</a:t>
            </a:r>
            <a:r>
              <a:rPr sz="3200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65" dirty="0">
                <a:solidFill>
                  <a:srgbClr val="333232"/>
                </a:solidFill>
                <a:latin typeface="Trebuchet MS"/>
                <a:cs typeface="Trebuchet MS"/>
              </a:rPr>
              <a:t>to</a:t>
            </a:r>
            <a:r>
              <a:rPr sz="3200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33232"/>
                </a:solidFill>
                <a:latin typeface="Trebuchet MS"/>
                <a:cs typeface="Trebuchet MS"/>
              </a:rPr>
              <a:t>be</a:t>
            </a:r>
            <a:r>
              <a:rPr sz="3200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the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50" dirty="0">
                <a:solidFill>
                  <a:srgbClr val="333232"/>
                </a:solidFill>
                <a:latin typeface="Trebuchet MS"/>
                <a:cs typeface="Trebuchet MS"/>
              </a:rPr>
              <a:t>only</a:t>
            </a:r>
            <a:r>
              <a:rPr sz="3200" spc="-1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DF0000"/>
                </a:solidFill>
                <a:latin typeface="Trebuchet MS"/>
                <a:cs typeface="Trebuchet MS"/>
              </a:rPr>
              <a:t>Au</a:t>
            </a:r>
            <a:r>
              <a:rPr lang="en-IN" sz="3200" b="1" spc="-10" dirty="0" err="1">
                <a:solidFill>
                  <a:srgbClr val="DF0000"/>
                </a:solidFill>
                <a:latin typeface="Trebuchet MS"/>
                <a:cs typeface="Trebuchet MS"/>
              </a:rPr>
              <a:t>thorized</a:t>
            </a:r>
            <a:r>
              <a:rPr lang="en-IN" sz="3200" b="1" dirty="0">
                <a:solidFill>
                  <a:srgbClr val="DF0000"/>
                </a:solidFill>
                <a:latin typeface="Trebuchet MS"/>
                <a:cs typeface="Trebuchet MS"/>
              </a:rPr>
              <a:t>	</a:t>
            </a:r>
            <a:r>
              <a:rPr lang="en-US" sz="3200" b="1" spc="-10" dirty="0">
                <a:solidFill>
                  <a:srgbClr val="DF0000"/>
                </a:solidFill>
                <a:latin typeface="Trebuchet MS"/>
                <a:cs typeface="Trebuchet MS"/>
              </a:rPr>
              <a:t> ETS TOEFL Exam Centre </a:t>
            </a:r>
            <a:r>
              <a:rPr sz="3200" spc="-155" dirty="0">
                <a:solidFill>
                  <a:srgbClr val="333232"/>
                </a:solidFill>
                <a:latin typeface="Trebuchet MS"/>
                <a:cs typeface="Trebuchet MS"/>
              </a:rPr>
              <a:t>in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333232"/>
                </a:solidFill>
                <a:latin typeface="Trebuchet MS"/>
                <a:cs typeface="Trebuchet MS"/>
              </a:rPr>
              <a:t>Gujarat,</a:t>
            </a:r>
            <a:r>
              <a:rPr sz="3200" spc="-13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70" dirty="0">
                <a:solidFill>
                  <a:srgbClr val="333232"/>
                </a:solidFill>
                <a:latin typeface="Trebuchet MS"/>
                <a:cs typeface="Trebuchet MS"/>
              </a:rPr>
              <a:t>offering</a:t>
            </a:r>
            <a:r>
              <a:rPr sz="3200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135" dirty="0">
                <a:solidFill>
                  <a:srgbClr val="333232"/>
                </a:solidFill>
                <a:latin typeface="Trebuchet MS"/>
                <a:cs typeface="Trebuchet MS"/>
              </a:rPr>
              <a:t>a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dedicated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65" dirty="0">
                <a:solidFill>
                  <a:srgbClr val="333232"/>
                </a:solidFill>
                <a:latin typeface="Trebuchet MS"/>
                <a:cs typeface="Trebuchet MS"/>
              </a:rPr>
              <a:t>location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333232"/>
                </a:solidFill>
                <a:latin typeface="Trebuchet MS"/>
                <a:cs typeface="Trebuchet MS"/>
              </a:rPr>
              <a:t>for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333232"/>
                </a:solidFill>
                <a:latin typeface="Trebuchet MS"/>
                <a:cs typeface="Trebuchet MS"/>
              </a:rPr>
              <a:t>essential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language </a:t>
            </a:r>
            <a:r>
              <a:rPr sz="3200" spc="-80" dirty="0">
                <a:solidFill>
                  <a:srgbClr val="333232"/>
                </a:solidFill>
                <a:latin typeface="Trebuchet MS"/>
                <a:cs typeface="Trebuchet MS"/>
              </a:rPr>
              <a:t>proficiency</a:t>
            </a:r>
            <a:r>
              <a:rPr sz="3200" spc="-14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testing.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15199"/>
              </a:lnSpc>
            </a:pPr>
            <a:r>
              <a:rPr sz="3200" dirty="0">
                <a:solidFill>
                  <a:srgbClr val="333232"/>
                </a:solidFill>
                <a:latin typeface="Trebuchet MS"/>
                <a:cs typeface="Trebuchet MS"/>
              </a:rPr>
              <a:t>Our</a:t>
            </a:r>
            <a:r>
              <a:rPr sz="3200" spc="-13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333232"/>
                </a:solidFill>
                <a:latin typeface="Trebuchet MS"/>
                <a:cs typeface="Trebuchet MS"/>
              </a:rPr>
              <a:t>centre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is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333232"/>
                </a:solidFill>
                <a:latin typeface="Trebuchet MS"/>
                <a:cs typeface="Trebuchet MS"/>
              </a:rPr>
              <a:t>equipped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60" dirty="0">
                <a:solidFill>
                  <a:srgbClr val="333232"/>
                </a:solidFill>
                <a:latin typeface="Trebuchet MS"/>
                <a:cs typeface="Trebuchet MS"/>
              </a:rPr>
              <a:t>with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the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DF0000"/>
                </a:solidFill>
                <a:latin typeface="Trebuchet MS"/>
                <a:cs typeface="Trebuchet MS"/>
              </a:rPr>
              <a:t>latest</a:t>
            </a:r>
            <a:r>
              <a:rPr sz="3200" spc="-114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65" dirty="0">
                <a:solidFill>
                  <a:srgbClr val="DF0000"/>
                </a:solidFill>
                <a:latin typeface="Trebuchet MS"/>
                <a:cs typeface="Trebuchet MS"/>
              </a:rPr>
              <a:t>technology</a:t>
            </a:r>
            <a:r>
              <a:rPr sz="3200" spc="-12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DF0000"/>
                </a:solidFill>
                <a:latin typeface="Trebuchet MS"/>
                <a:cs typeface="Trebuchet MS"/>
              </a:rPr>
              <a:t>and</a:t>
            </a:r>
            <a:r>
              <a:rPr sz="3200" spc="-12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DF0000"/>
                </a:solidFill>
                <a:latin typeface="Trebuchet MS"/>
                <a:cs typeface="Trebuchet MS"/>
              </a:rPr>
              <a:t>resources</a:t>
            </a:r>
            <a:r>
              <a:rPr sz="3200" spc="-11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333232"/>
                </a:solidFill>
                <a:latin typeface="Trebuchet MS"/>
                <a:cs typeface="Trebuchet MS"/>
              </a:rPr>
              <a:t>to </a:t>
            </a:r>
            <a:r>
              <a:rPr sz="3200" spc="-80" dirty="0">
                <a:solidFill>
                  <a:srgbClr val="333232"/>
                </a:solidFill>
                <a:latin typeface="Trebuchet MS"/>
                <a:cs typeface="Trebuchet MS"/>
              </a:rPr>
              <a:t>provide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135" dirty="0">
                <a:solidFill>
                  <a:srgbClr val="333232"/>
                </a:solidFill>
                <a:latin typeface="Trebuchet MS"/>
                <a:cs typeface="Trebuchet MS"/>
              </a:rPr>
              <a:t>a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55" dirty="0">
                <a:solidFill>
                  <a:srgbClr val="333232"/>
                </a:solidFill>
                <a:latin typeface="Trebuchet MS"/>
                <a:cs typeface="Trebuchet MS"/>
              </a:rPr>
              <a:t>seamless</a:t>
            </a:r>
            <a:r>
              <a:rPr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33232"/>
                </a:solidFill>
                <a:latin typeface="Trebuchet MS"/>
                <a:cs typeface="Trebuchet MS"/>
              </a:rPr>
              <a:t>and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efficient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testing</a:t>
            </a:r>
            <a:r>
              <a:rPr sz="3200" spc="-11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experience.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 dirty="0">
              <a:latin typeface="Trebuchet MS"/>
              <a:cs typeface="Trebuchet MS"/>
            </a:endParaRPr>
          </a:p>
          <a:p>
            <a:pPr marL="12700" marR="290195">
              <a:lnSpc>
                <a:spcPct val="115199"/>
              </a:lnSpc>
            </a:pPr>
            <a:r>
              <a:rPr sz="3200" spc="-140" dirty="0">
                <a:solidFill>
                  <a:srgbClr val="333232"/>
                </a:solidFill>
                <a:latin typeface="Trebuchet MS"/>
                <a:cs typeface="Trebuchet MS"/>
              </a:rPr>
              <a:t>We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maintain</a:t>
            </a:r>
            <a:r>
              <a:rPr sz="3200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the </a:t>
            </a:r>
            <a:r>
              <a:rPr sz="3200" spc="-70" dirty="0">
                <a:solidFill>
                  <a:srgbClr val="DF0000"/>
                </a:solidFill>
                <a:latin typeface="Trebuchet MS"/>
                <a:cs typeface="Trebuchet MS"/>
              </a:rPr>
              <a:t>highest</a:t>
            </a:r>
            <a:r>
              <a:rPr sz="3200" spc="-135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35" dirty="0">
                <a:solidFill>
                  <a:srgbClr val="DF0000"/>
                </a:solidFill>
                <a:latin typeface="Trebuchet MS"/>
                <a:cs typeface="Trebuchet MS"/>
              </a:rPr>
              <a:t>standards</a:t>
            </a:r>
            <a:r>
              <a:rPr sz="3200" spc="-12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DF0000"/>
                </a:solidFill>
                <a:latin typeface="Trebuchet MS"/>
                <a:cs typeface="Trebuchet MS"/>
              </a:rPr>
              <a:t>of</a:t>
            </a:r>
            <a:r>
              <a:rPr sz="3200" spc="-12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DF0000"/>
                </a:solidFill>
                <a:latin typeface="Trebuchet MS"/>
                <a:cs typeface="Trebuchet MS"/>
              </a:rPr>
              <a:t>exam</a:t>
            </a:r>
            <a:r>
              <a:rPr sz="3200" spc="-12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DF0000"/>
                </a:solidFill>
                <a:latin typeface="Trebuchet MS"/>
                <a:cs typeface="Trebuchet MS"/>
              </a:rPr>
              <a:t>integrity</a:t>
            </a:r>
            <a:r>
              <a:rPr sz="3200" spc="-105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DF0000"/>
                </a:solidFill>
                <a:latin typeface="Trebuchet MS"/>
                <a:cs typeface="Trebuchet MS"/>
              </a:rPr>
              <a:t>and</a:t>
            </a:r>
            <a:r>
              <a:rPr sz="3200" spc="-12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DF0000"/>
                </a:solidFill>
                <a:latin typeface="Trebuchet MS"/>
                <a:cs typeface="Trebuchet MS"/>
              </a:rPr>
              <a:t>security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, 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ensuring</a:t>
            </a:r>
            <a:r>
              <a:rPr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135" dirty="0">
                <a:solidFill>
                  <a:srgbClr val="333232"/>
                </a:solidFill>
                <a:latin typeface="Trebuchet MS"/>
                <a:cs typeface="Trebuchet MS"/>
              </a:rPr>
              <a:t>a</a:t>
            </a:r>
            <a:r>
              <a:rPr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65" dirty="0">
                <a:solidFill>
                  <a:srgbClr val="333232"/>
                </a:solidFill>
                <a:latin typeface="Trebuchet MS"/>
                <a:cs typeface="Trebuchet MS"/>
              </a:rPr>
              <a:t>professional</a:t>
            </a:r>
            <a:r>
              <a:rPr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333232"/>
                </a:solidFill>
                <a:latin typeface="Trebuchet MS"/>
                <a:cs typeface="Trebuchet MS"/>
              </a:rPr>
              <a:t>environment</a:t>
            </a:r>
            <a:r>
              <a:rPr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333232"/>
                </a:solidFill>
                <a:latin typeface="Trebuchet MS"/>
                <a:cs typeface="Trebuchet MS"/>
              </a:rPr>
              <a:t>for</a:t>
            </a:r>
            <a:r>
              <a:rPr sz="3200" spc="-9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55" dirty="0">
                <a:solidFill>
                  <a:srgbClr val="333232"/>
                </a:solidFill>
                <a:latin typeface="Trebuchet MS"/>
                <a:cs typeface="Trebuchet MS"/>
              </a:rPr>
              <a:t>every</a:t>
            </a:r>
            <a:r>
              <a:rPr sz="3200" spc="-9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candidate.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6949" y="3385794"/>
            <a:ext cx="3752849" cy="37528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7594" y="59255"/>
            <a:ext cx="14613255" cy="3229527"/>
          </a:xfrm>
          <a:prstGeom prst="rect">
            <a:avLst/>
          </a:prstGeom>
        </p:spPr>
        <p:txBody>
          <a:bodyPr vert="horz" wrap="square" lIns="0" tIns="836094" rIns="0" bIns="0" rtlCol="0">
            <a:spAutoFit/>
          </a:bodyPr>
          <a:lstStyle/>
          <a:p>
            <a:pPr marL="790575">
              <a:spcBef>
                <a:spcPts val="100"/>
              </a:spcBef>
            </a:pPr>
            <a:r>
              <a:rPr lang="en-IN" sz="8000" b="1" spc="-75" dirty="0">
                <a:latin typeface="Trebuchet MS"/>
                <a:cs typeface="Trebuchet MS"/>
              </a:rPr>
              <a:t>Authorized</a:t>
            </a:r>
            <a:r>
              <a:rPr lang="en-IN" sz="8000" b="1" spc="-260" dirty="0">
                <a:latin typeface="Trebuchet MS"/>
                <a:cs typeface="Trebuchet MS"/>
              </a:rPr>
              <a:t> </a:t>
            </a:r>
            <a:r>
              <a:rPr lang="en-IN" sz="8000" b="1" spc="-55" dirty="0">
                <a:latin typeface="Trebuchet MS"/>
                <a:cs typeface="Trebuchet MS"/>
              </a:rPr>
              <a:t>Test</a:t>
            </a:r>
            <a:r>
              <a:rPr lang="en-IN" sz="8000" b="1" spc="-260" dirty="0">
                <a:latin typeface="Trebuchet MS"/>
                <a:cs typeface="Trebuchet MS"/>
              </a:rPr>
              <a:t> </a:t>
            </a:r>
            <a:r>
              <a:rPr lang="en-IN" sz="8000" b="1" spc="-10" dirty="0">
                <a:latin typeface="Trebuchet MS"/>
                <a:cs typeface="Trebuchet MS"/>
              </a:rPr>
              <a:t>Centre</a:t>
            </a:r>
            <a:br>
              <a:rPr lang="en-IN" sz="8000" dirty="0">
                <a:latin typeface="Trebuchet MS"/>
                <a:cs typeface="Trebuchet MS"/>
              </a:rPr>
            </a:br>
            <a:endParaRPr spc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094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spc="894" dirty="0"/>
              <a:t>Happy</a:t>
            </a:r>
            <a:r>
              <a:rPr spc="400" dirty="0"/>
              <a:t> </a:t>
            </a:r>
            <a:r>
              <a:rPr spc="455" dirty="0"/>
              <a:t>Clients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1549" y="3125243"/>
            <a:ext cx="4191000" cy="4191000"/>
            <a:chOff x="971549" y="3125243"/>
            <a:chExt cx="4191000" cy="4191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3182396"/>
              <a:ext cx="4076867" cy="40768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699" y="3182393"/>
              <a:ext cx="4076700" cy="4076700"/>
            </a:xfrm>
            <a:custGeom>
              <a:avLst/>
              <a:gdLst/>
              <a:ahLst/>
              <a:cxnLst/>
              <a:rect l="l" t="t" r="r" b="b"/>
              <a:pathLst>
                <a:path w="4076700" h="4076700">
                  <a:moveTo>
                    <a:pt x="4076680" y="3859484"/>
                  </a:moveTo>
                  <a:lnTo>
                    <a:pt x="4072622" y="3900721"/>
                  </a:lnTo>
                  <a:lnTo>
                    <a:pt x="4060194" y="3941623"/>
                  </a:lnTo>
                  <a:lnTo>
                    <a:pt x="4040061" y="3979334"/>
                  </a:lnTo>
                  <a:lnTo>
                    <a:pt x="4012699" y="4012704"/>
                  </a:lnTo>
                  <a:lnTo>
                    <a:pt x="3979328" y="4040065"/>
                  </a:lnTo>
                  <a:lnTo>
                    <a:pt x="3941617" y="4060196"/>
                  </a:lnTo>
                  <a:lnTo>
                    <a:pt x="3900715" y="4072622"/>
                  </a:lnTo>
                  <a:lnTo>
                    <a:pt x="3859482" y="4076681"/>
                  </a:lnTo>
                </a:path>
                <a:path w="4076700" h="4076700">
                  <a:moveTo>
                    <a:pt x="217384" y="4076683"/>
                  </a:moveTo>
                  <a:lnTo>
                    <a:pt x="176129" y="4072618"/>
                  </a:lnTo>
                  <a:lnTo>
                    <a:pt x="135230" y="4060188"/>
                  </a:lnTo>
                  <a:lnTo>
                    <a:pt x="97522" y="4040053"/>
                  </a:lnTo>
                  <a:lnTo>
                    <a:pt x="64156" y="4012691"/>
                  </a:lnTo>
                  <a:lnTo>
                    <a:pt x="36799" y="3979322"/>
                  </a:lnTo>
                  <a:lnTo>
                    <a:pt x="16671" y="3941613"/>
                  </a:lnTo>
                  <a:lnTo>
                    <a:pt x="4246" y="3900715"/>
                  </a:lnTo>
                  <a:lnTo>
                    <a:pt x="0" y="3857776"/>
                  </a:lnTo>
                  <a:lnTo>
                    <a:pt x="0" y="219075"/>
                  </a:lnTo>
                  <a:lnTo>
                    <a:pt x="4248" y="176136"/>
                  </a:lnTo>
                  <a:lnTo>
                    <a:pt x="16676" y="135239"/>
                  </a:lnTo>
                  <a:lnTo>
                    <a:pt x="36807" y="97533"/>
                  </a:lnTo>
                  <a:lnTo>
                    <a:pt x="64165" y="64167"/>
                  </a:lnTo>
                  <a:lnTo>
                    <a:pt x="97531" y="36809"/>
                  </a:lnTo>
                  <a:lnTo>
                    <a:pt x="135238" y="16677"/>
                  </a:lnTo>
                  <a:lnTo>
                    <a:pt x="176135" y="4250"/>
                  </a:lnTo>
                  <a:lnTo>
                    <a:pt x="219073" y="1"/>
                  </a:lnTo>
                  <a:lnTo>
                    <a:pt x="3857774" y="0"/>
                  </a:lnTo>
                  <a:lnTo>
                    <a:pt x="3900714" y="4245"/>
                  </a:lnTo>
                  <a:lnTo>
                    <a:pt x="3941614" y="16670"/>
                  </a:lnTo>
                  <a:lnTo>
                    <a:pt x="3979323" y="36799"/>
                  </a:lnTo>
                  <a:lnTo>
                    <a:pt x="4012693" y="64158"/>
                  </a:lnTo>
                  <a:lnTo>
                    <a:pt x="4040055" y="97525"/>
                  </a:lnTo>
                  <a:lnTo>
                    <a:pt x="4060189" y="135234"/>
                  </a:lnTo>
                  <a:lnTo>
                    <a:pt x="4072618" y="176135"/>
                  </a:lnTo>
                  <a:lnTo>
                    <a:pt x="4076681" y="217386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68295" y="7203834"/>
            <a:ext cx="2997835" cy="1482090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sz="3300" b="1" spc="-25" dirty="0">
                <a:solidFill>
                  <a:srgbClr val="333232"/>
                </a:solidFill>
                <a:latin typeface="Trebuchet MS"/>
                <a:cs typeface="Trebuchet MS"/>
              </a:rPr>
              <a:t>Prajal</a:t>
            </a:r>
            <a:r>
              <a:rPr sz="3300" b="1" spc="-2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300" b="1" spc="45" dirty="0">
                <a:solidFill>
                  <a:srgbClr val="333232"/>
                </a:solidFill>
                <a:latin typeface="Trebuchet MS"/>
                <a:cs typeface="Trebuchet MS"/>
              </a:rPr>
              <a:t>Sonariya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sz="3000" b="1" spc="135" dirty="0">
                <a:solidFill>
                  <a:srgbClr val="333232"/>
                </a:solidFill>
                <a:latin typeface="Trebuchet MS"/>
                <a:cs typeface="Trebuchet MS"/>
              </a:rPr>
              <a:t>USA</a:t>
            </a:r>
            <a:r>
              <a:rPr sz="3000" b="1" spc="-15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-565" dirty="0">
                <a:solidFill>
                  <a:srgbClr val="333232"/>
                </a:solidFill>
                <a:latin typeface="Trebuchet MS"/>
                <a:cs typeface="Trebuchet MS"/>
              </a:rPr>
              <a:t>F1</a:t>
            </a:r>
            <a:r>
              <a:rPr sz="3000" b="1" spc="-1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12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48417" y="3047914"/>
            <a:ext cx="4191000" cy="4191000"/>
            <a:chOff x="7048417" y="3047914"/>
            <a:chExt cx="4191000" cy="41910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5566" y="3105066"/>
              <a:ext cx="4070610" cy="40768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05567" y="3105064"/>
              <a:ext cx="4076700" cy="4076700"/>
            </a:xfrm>
            <a:custGeom>
              <a:avLst/>
              <a:gdLst/>
              <a:ahLst/>
              <a:cxnLst/>
              <a:rect l="l" t="t" r="r" b="b"/>
              <a:pathLst>
                <a:path w="4076700" h="4076700">
                  <a:moveTo>
                    <a:pt x="4076680" y="3859482"/>
                  </a:moveTo>
                  <a:lnTo>
                    <a:pt x="4072622" y="3900721"/>
                  </a:lnTo>
                  <a:lnTo>
                    <a:pt x="4060194" y="3941623"/>
                  </a:lnTo>
                  <a:lnTo>
                    <a:pt x="4040061" y="3979334"/>
                  </a:lnTo>
                  <a:lnTo>
                    <a:pt x="4012699" y="4012704"/>
                  </a:lnTo>
                  <a:lnTo>
                    <a:pt x="3979328" y="4040065"/>
                  </a:lnTo>
                  <a:lnTo>
                    <a:pt x="3941616" y="4060196"/>
                  </a:lnTo>
                  <a:lnTo>
                    <a:pt x="3900715" y="4072621"/>
                  </a:lnTo>
                  <a:lnTo>
                    <a:pt x="3859473" y="4076681"/>
                  </a:lnTo>
                </a:path>
                <a:path w="4076700" h="4076700">
                  <a:moveTo>
                    <a:pt x="217393" y="4076684"/>
                  </a:moveTo>
                  <a:lnTo>
                    <a:pt x="176129" y="4072618"/>
                  </a:lnTo>
                  <a:lnTo>
                    <a:pt x="135230" y="4060188"/>
                  </a:lnTo>
                  <a:lnTo>
                    <a:pt x="97522" y="4040053"/>
                  </a:lnTo>
                  <a:lnTo>
                    <a:pt x="64156" y="4012691"/>
                  </a:lnTo>
                  <a:lnTo>
                    <a:pt x="36799" y="3979322"/>
                  </a:lnTo>
                  <a:lnTo>
                    <a:pt x="16671" y="3941613"/>
                  </a:lnTo>
                  <a:lnTo>
                    <a:pt x="4246" y="3900715"/>
                  </a:lnTo>
                  <a:lnTo>
                    <a:pt x="0" y="3857776"/>
                  </a:lnTo>
                  <a:lnTo>
                    <a:pt x="0" y="219075"/>
                  </a:lnTo>
                  <a:lnTo>
                    <a:pt x="4248" y="176136"/>
                  </a:lnTo>
                  <a:lnTo>
                    <a:pt x="16676" y="135239"/>
                  </a:lnTo>
                  <a:lnTo>
                    <a:pt x="36807" y="97533"/>
                  </a:lnTo>
                  <a:lnTo>
                    <a:pt x="64165" y="64167"/>
                  </a:lnTo>
                  <a:lnTo>
                    <a:pt x="97531" y="36809"/>
                  </a:lnTo>
                  <a:lnTo>
                    <a:pt x="135237" y="16677"/>
                  </a:lnTo>
                  <a:lnTo>
                    <a:pt x="176135" y="4250"/>
                  </a:lnTo>
                  <a:lnTo>
                    <a:pt x="219073" y="1"/>
                  </a:lnTo>
                  <a:lnTo>
                    <a:pt x="3857774" y="0"/>
                  </a:lnTo>
                  <a:lnTo>
                    <a:pt x="3900714" y="4245"/>
                  </a:lnTo>
                  <a:lnTo>
                    <a:pt x="3941614" y="16670"/>
                  </a:lnTo>
                  <a:lnTo>
                    <a:pt x="3979323" y="36799"/>
                  </a:lnTo>
                  <a:lnTo>
                    <a:pt x="4012693" y="64158"/>
                  </a:lnTo>
                  <a:lnTo>
                    <a:pt x="4040055" y="97525"/>
                  </a:lnTo>
                  <a:lnTo>
                    <a:pt x="4060189" y="135234"/>
                  </a:lnTo>
                  <a:lnTo>
                    <a:pt x="4072618" y="176135"/>
                  </a:lnTo>
                  <a:lnTo>
                    <a:pt x="4076681" y="217387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3141487" y="3047914"/>
            <a:ext cx="4191000" cy="4191000"/>
            <a:chOff x="13141487" y="3047914"/>
            <a:chExt cx="4191000" cy="41910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8638" y="3105066"/>
              <a:ext cx="4076867" cy="407686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198637" y="3105064"/>
              <a:ext cx="4076700" cy="4076700"/>
            </a:xfrm>
            <a:custGeom>
              <a:avLst/>
              <a:gdLst/>
              <a:ahLst/>
              <a:cxnLst/>
              <a:rect l="l" t="t" r="r" b="b"/>
              <a:pathLst>
                <a:path w="4076700" h="4076700">
                  <a:moveTo>
                    <a:pt x="4076679" y="3859491"/>
                  </a:moveTo>
                  <a:lnTo>
                    <a:pt x="4072622" y="3900721"/>
                  </a:lnTo>
                  <a:lnTo>
                    <a:pt x="4060194" y="3941624"/>
                  </a:lnTo>
                  <a:lnTo>
                    <a:pt x="4040061" y="3979335"/>
                  </a:lnTo>
                  <a:lnTo>
                    <a:pt x="4012699" y="4012705"/>
                  </a:lnTo>
                  <a:lnTo>
                    <a:pt x="3979328" y="4040065"/>
                  </a:lnTo>
                  <a:lnTo>
                    <a:pt x="3941616" y="4060196"/>
                  </a:lnTo>
                  <a:lnTo>
                    <a:pt x="3900714" y="4072621"/>
                  </a:lnTo>
                  <a:lnTo>
                    <a:pt x="3859474" y="4076681"/>
                  </a:lnTo>
                </a:path>
                <a:path w="4076700" h="4076700">
                  <a:moveTo>
                    <a:pt x="217393" y="4076684"/>
                  </a:moveTo>
                  <a:lnTo>
                    <a:pt x="176129" y="4072618"/>
                  </a:lnTo>
                  <a:lnTo>
                    <a:pt x="135230" y="4060188"/>
                  </a:lnTo>
                  <a:lnTo>
                    <a:pt x="97522" y="4040053"/>
                  </a:lnTo>
                  <a:lnTo>
                    <a:pt x="64156" y="4012691"/>
                  </a:lnTo>
                  <a:lnTo>
                    <a:pt x="36799" y="3979322"/>
                  </a:lnTo>
                  <a:lnTo>
                    <a:pt x="16671" y="3941613"/>
                  </a:lnTo>
                  <a:lnTo>
                    <a:pt x="4246" y="3900715"/>
                  </a:lnTo>
                  <a:lnTo>
                    <a:pt x="0" y="3857776"/>
                  </a:lnTo>
                  <a:lnTo>
                    <a:pt x="0" y="219075"/>
                  </a:lnTo>
                  <a:lnTo>
                    <a:pt x="4248" y="176137"/>
                  </a:lnTo>
                  <a:lnTo>
                    <a:pt x="16676" y="135240"/>
                  </a:lnTo>
                  <a:lnTo>
                    <a:pt x="36807" y="97534"/>
                  </a:lnTo>
                  <a:lnTo>
                    <a:pt x="64165" y="64167"/>
                  </a:lnTo>
                  <a:lnTo>
                    <a:pt x="97531" y="36809"/>
                  </a:lnTo>
                  <a:lnTo>
                    <a:pt x="135237" y="16678"/>
                  </a:lnTo>
                  <a:lnTo>
                    <a:pt x="176134" y="4250"/>
                  </a:lnTo>
                  <a:lnTo>
                    <a:pt x="219073" y="1"/>
                  </a:lnTo>
                  <a:lnTo>
                    <a:pt x="3857774" y="0"/>
                  </a:lnTo>
                  <a:lnTo>
                    <a:pt x="3900714" y="4244"/>
                  </a:lnTo>
                  <a:lnTo>
                    <a:pt x="3941614" y="16670"/>
                  </a:lnTo>
                  <a:lnTo>
                    <a:pt x="3979323" y="36799"/>
                  </a:lnTo>
                  <a:lnTo>
                    <a:pt x="4012694" y="64157"/>
                  </a:lnTo>
                  <a:lnTo>
                    <a:pt x="4040055" y="97525"/>
                  </a:lnTo>
                  <a:lnTo>
                    <a:pt x="4060189" y="135234"/>
                  </a:lnTo>
                  <a:lnTo>
                    <a:pt x="4072619" y="176135"/>
                  </a:lnTo>
                  <a:lnTo>
                    <a:pt x="4076680" y="217378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507953" y="7203834"/>
            <a:ext cx="3425825" cy="1949893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sz="3300" b="1" spc="-25" dirty="0">
                <a:solidFill>
                  <a:srgbClr val="333232"/>
                </a:solidFill>
                <a:latin typeface="Trebuchet MS"/>
                <a:cs typeface="Trebuchet MS"/>
              </a:rPr>
              <a:t>Naitik</a:t>
            </a:r>
            <a:r>
              <a:rPr sz="3300" b="1" spc="-20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300" b="1" spc="-10" dirty="0">
                <a:solidFill>
                  <a:srgbClr val="333232"/>
                </a:solidFill>
                <a:latin typeface="Trebuchet MS"/>
                <a:cs typeface="Trebuchet MS"/>
              </a:rPr>
              <a:t>Patel</a:t>
            </a:r>
            <a:endParaRPr sz="33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sz="3000" b="1" dirty="0">
                <a:solidFill>
                  <a:srgbClr val="333232"/>
                </a:solidFill>
                <a:latin typeface="Trebuchet MS"/>
                <a:cs typeface="Trebuchet MS"/>
              </a:rPr>
              <a:t>Ireland</a:t>
            </a:r>
            <a:r>
              <a:rPr sz="3000" b="1" spc="-19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lang="en-US" sz="3000" b="1" dirty="0">
                <a:solidFill>
                  <a:srgbClr val="333232"/>
                </a:solidFill>
                <a:latin typeface="Trebuchet MS"/>
                <a:cs typeface="Trebuchet MS"/>
              </a:rPr>
              <a:t>Student</a:t>
            </a:r>
            <a:r>
              <a:rPr sz="3000" b="1" spc="-19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12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5837" y="7203834"/>
            <a:ext cx="2669540" cy="1482090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sz="3300" b="1" spc="165" dirty="0">
                <a:solidFill>
                  <a:srgbClr val="333232"/>
                </a:solidFill>
                <a:latin typeface="Trebuchet MS"/>
                <a:cs typeface="Trebuchet MS"/>
              </a:rPr>
              <a:t>Mansi</a:t>
            </a:r>
            <a:r>
              <a:rPr sz="3300" b="1" spc="-1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300" b="1" spc="90" dirty="0">
                <a:solidFill>
                  <a:srgbClr val="333232"/>
                </a:solidFill>
                <a:latin typeface="Trebuchet MS"/>
                <a:cs typeface="Trebuchet MS"/>
              </a:rPr>
              <a:t>Savani</a:t>
            </a:r>
            <a:endParaRPr sz="3300">
              <a:latin typeface="Trebuchet MS"/>
              <a:cs typeface="Trebuchet MS"/>
            </a:endParaRPr>
          </a:p>
          <a:p>
            <a:pPr marR="5080" algn="ctr">
              <a:lnSpc>
                <a:spcPct val="100000"/>
              </a:lnSpc>
              <a:spcBef>
                <a:spcPts val="1860"/>
              </a:spcBef>
            </a:pPr>
            <a:r>
              <a:rPr sz="3000" b="1" spc="135" dirty="0">
                <a:solidFill>
                  <a:srgbClr val="333232"/>
                </a:solidFill>
                <a:latin typeface="Trebuchet MS"/>
                <a:cs typeface="Trebuchet MS"/>
              </a:rPr>
              <a:t>USA</a:t>
            </a:r>
            <a:r>
              <a:rPr sz="3000" b="1" spc="-15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-565" dirty="0">
                <a:solidFill>
                  <a:srgbClr val="333232"/>
                </a:solidFill>
                <a:latin typeface="Trebuchet MS"/>
                <a:cs typeface="Trebuchet MS"/>
              </a:rPr>
              <a:t>F1</a:t>
            </a:r>
            <a:r>
              <a:rPr sz="3000" b="1" spc="-1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12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094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spc="894" dirty="0"/>
              <a:t>Happy</a:t>
            </a:r>
            <a:r>
              <a:rPr spc="400" dirty="0"/>
              <a:t> </a:t>
            </a:r>
            <a:r>
              <a:rPr spc="455" dirty="0"/>
              <a:t>Clients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00817" y="3200314"/>
            <a:ext cx="4191000" cy="4191000"/>
            <a:chOff x="7200817" y="3200314"/>
            <a:chExt cx="4191000" cy="4191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7966" y="3257466"/>
              <a:ext cx="4076867" cy="407686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57967" y="3257464"/>
              <a:ext cx="4076700" cy="4076700"/>
            </a:xfrm>
            <a:custGeom>
              <a:avLst/>
              <a:gdLst/>
              <a:ahLst/>
              <a:cxnLst/>
              <a:rect l="l" t="t" r="r" b="b"/>
              <a:pathLst>
                <a:path w="4076700" h="4076700">
                  <a:moveTo>
                    <a:pt x="4076680" y="3859482"/>
                  </a:moveTo>
                  <a:lnTo>
                    <a:pt x="4072622" y="3900721"/>
                  </a:lnTo>
                  <a:lnTo>
                    <a:pt x="4060194" y="3941623"/>
                  </a:lnTo>
                  <a:lnTo>
                    <a:pt x="4040061" y="3979334"/>
                  </a:lnTo>
                  <a:lnTo>
                    <a:pt x="4012699" y="4012704"/>
                  </a:lnTo>
                  <a:lnTo>
                    <a:pt x="3979328" y="4040065"/>
                  </a:lnTo>
                  <a:lnTo>
                    <a:pt x="3941616" y="4060196"/>
                  </a:lnTo>
                  <a:lnTo>
                    <a:pt x="3900715" y="4072621"/>
                  </a:lnTo>
                  <a:lnTo>
                    <a:pt x="3859473" y="4076681"/>
                  </a:lnTo>
                </a:path>
                <a:path w="4076700" h="4076700">
                  <a:moveTo>
                    <a:pt x="217393" y="4076684"/>
                  </a:moveTo>
                  <a:lnTo>
                    <a:pt x="176129" y="4072618"/>
                  </a:lnTo>
                  <a:lnTo>
                    <a:pt x="135230" y="4060188"/>
                  </a:lnTo>
                  <a:lnTo>
                    <a:pt x="97522" y="4040053"/>
                  </a:lnTo>
                  <a:lnTo>
                    <a:pt x="64156" y="4012691"/>
                  </a:lnTo>
                  <a:lnTo>
                    <a:pt x="36799" y="3979322"/>
                  </a:lnTo>
                  <a:lnTo>
                    <a:pt x="16671" y="3941613"/>
                  </a:lnTo>
                  <a:lnTo>
                    <a:pt x="4246" y="3900715"/>
                  </a:lnTo>
                  <a:lnTo>
                    <a:pt x="0" y="3857776"/>
                  </a:lnTo>
                  <a:lnTo>
                    <a:pt x="0" y="219075"/>
                  </a:lnTo>
                  <a:lnTo>
                    <a:pt x="4248" y="176136"/>
                  </a:lnTo>
                  <a:lnTo>
                    <a:pt x="16676" y="135239"/>
                  </a:lnTo>
                  <a:lnTo>
                    <a:pt x="36807" y="97533"/>
                  </a:lnTo>
                  <a:lnTo>
                    <a:pt x="64165" y="64167"/>
                  </a:lnTo>
                  <a:lnTo>
                    <a:pt x="97531" y="36809"/>
                  </a:lnTo>
                  <a:lnTo>
                    <a:pt x="135237" y="16677"/>
                  </a:lnTo>
                  <a:lnTo>
                    <a:pt x="176135" y="4250"/>
                  </a:lnTo>
                  <a:lnTo>
                    <a:pt x="219073" y="1"/>
                  </a:lnTo>
                  <a:lnTo>
                    <a:pt x="3857774" y="0"/>
                  </a:lnTo>
                  <a:lnTo>
                    <a:pt x="3900714" y="4245"/>
                  </a:lnTo>
                  <a:lnTo>
                    <a:pt x="3941614" y="16670"/>
                  </a:lnTo>
                  <a:lnTo>
                    <a:pt x="3979323" y="36799"/>
                  </a:lnTo>
                  <a:lnTo>
                    <a:pt x="4012693" y="64158"/>
                  </a:lnTo>
                  <a:lnTo>
                    <a:pt x="4040055" y="97525"/>
                  </a:lnTo>
                  <a:lnTo>
                    <a:pt x="4060189" y="135234"/>
                  </a:lnTo>
                  <a:lnTo>
                    <a:pt x="4072618" y="176135"/>
                  </a:lnTo>
                  <a:lnTo>
                    <a:pt x="4076681" y="217387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123950" y="3200314"/>
            <a:ext cx="4191000" cy="4191000"/>
            <a:chOff x="1123950" y="3200314"/>
            <a:chExt cx="4191000" cy="4191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3257466"/>
              <a:ext cx="4076867" cy="407686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81099" y="3257464"/>
              <a:ext cx="4076700" cy="4076700"/>
            </a:xfrm>
            <a:custGeom>
              <a:avLst/>
              <a:gdLst/>
              <a:ahLst/>
              <a:cxnLst/>
              <a:rect l="l" t="t" r="r" b="b"/>
              <a:pathLst>
                <a:path w="4076700" h="4076700">
                  <a:moveTo>
                    <a:pt x="4076680" y="3859482"/>
                  </a:moveTo>
                  <a:lnTo>
                    <a:pt x="4072622" y="3900721"/>
                  </a:lnTo>
                  <a:lnTo>
                    <a:pt x="4060194" y="3941623"/>
                  </a:lnTo>
                  <a:lnTo>
                    <a:pt x="4040061" y="3979334"/>
                  </a:lnTo>
                  <a:lnTo>
                    <a:pt x="4012699" y="4012704"/>
                  </a:lnTo>
                  <a:lnTo>
                    <a:pt x="3979328" y="4040065"/>
                  </a:lnTo>
                  <a:lnTo>
                    <a:pt x="3941617" y="4060196"/>
                  </a:lnTo>
                  <a:lnTo>
                    <a:pt x="3900715" y="4072621"/>
                  </a:lnTo>
                  <a:lnTo>
                    <a:pt x="3859473" y="4076681"/>
                  </a:lnTo>
                </a:path>
                <a:path w="4076700" h="4076700">
                  <a:moveTo>
                    <a:pt x="217393" y="4076684"/>
                  </a:moveTo>
                  <a:lnTo>
                    <a:pt x="176130" y="4072618"/>
                  </a:lnTo>
                  <a:lnTo>
                    <a:pt x="135230" y="4060188"/>
                  </a:lnTo>
                  <a:lnTo>
                    <a:pt x="97522" y="4040053"/>
                  </a:lnTo>
                  <a:lnTo>
                    <a:pt x="64156" y="4012691"/>
                  </a:lnTo>
                  <a:lnTo>
                    <a:pt x="36799" y="3979322"/>
                  </a:lnTo>
                  <a:lnTo>
                    <a:pt x="16671" y="3941613"/>
                  </a:lnTo>
                  <a:lnTo>
                    <a:pt x="4246" y="3900715"/>
                  </a:lnTo>
                  <a:lnTo>
                    <a:pt x="0" y="3857776"/>
                  </a:lnTo>
                  <a:lnTo>
                    <a:pt x="0" y="219075"/>
                  </a:lnTo>
                  <a:lnTo>
                    <a:pt x="4248" y="176136"/>
                  </a:lnTo>
                  <a:lnTo>
                    <a:pt x="16676" y="135239"/>
                  </a:lnTo>
                  <a:lnTo>
                    <a:pt x="36807" y="97533"/>
                  </a:lnTo>
                  <a:lnTo>
                    <a:pt x="64165" y="64167"/>
                  </a:lnTo>
                  <a:lnTo>
                    <a:pt x="97531" y="36809"/>
                  </a:lnTo>
                  <a:lnTo>
                    <a:pt x="135238" y="16677"/>
                  </a:lnTo>
                  <a:lnTo>
                    <a:pt x="176135" y="4250"/>
                  </a:lnTo>
                  <a:lnTo>
                    <a:pt x="219073" y="1"/>
                  </a:lnTo>
                  <a:lnTo>
                    <a:pt x="3857774" y="0"/>
                  </a:lnTo>
                  <a:lnTo>
                    <a:pt x="3900714" y="4245"/>
                  </a:lnTo>
                  <a:lnTo>
                    <a:pt x="3941614" y="16670"/>
                  </a:lnTo>
                  <a:lnTo>
                    <a:pt x="3979323" y="36799"/>
                  </a:lnTo>
                  <a:lnTo>
                    <a:pt x="4012693" y="64158"/>
                  </a:lnTo>
                  <a:lnTo>
                    <a:pt x="4040055" y="97525"/>
                  </a:lnTo>
                  <a:lnTo>
                    <a:pt x="4060189" y="135234"/>
                  </a:lnTo>
                  <a:lnTo>
                    <a:pt x="4072618" y="176135"/>
                  </a:lnTo>
                  <a:lnTo>
                    <a:pt x="4076682" y="217387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293887" y="3200314"/>
            <a:ext cx="4191000" cy="4191000"/>
            <a:chOff x="13293887" y="3200314"/>
            <a:chExt cx="4191000" cy="4191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51038" y="3257466"/>
              <a:ext cx="4076868" cy="407686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351037" y="3257464"/>
              <a:ext cx="4076700" cy="4076700"/>
            </a:xfrm>
            <a:custGeom>
              <a:avLst/>
              <a:gdLst/>
              <a:ahLst/>
              <a:cxnLst/>
              <a:rect l="l" t="t" r="r" b="b"/>
              <a:pathLst>
                <a:path w="4076700" h="4076700">
                  <a:moveTo>
                    <a:pt x="4076679" y="3859491"/>
                  </a:moveTo>
                  <a:lnTo>
                    <a:pt x="4072622" y="3900721"/>
                  </a:lnTo>
                  <a:lnTo>
                    <a:pt x="4060194" y="3941624"/>
                  </a:lnTo>
                  <a:lnTo>
                    <a:pt x="4040061" y="3979335"/>
                  </a:lnTo>
                  <a:lnTo>
                    <a:pt x="4012699" y="4012705"/>
                  </a:lnTo>
                  <a:lnTo>
                    <a:pt x="3979328" y="4040065"/>
                  </a:lnTo>
                  <a:lnTo>
                    <a:pt x="3941616" y="4060196"/>
                  </a:lnTo>
                  <a:lnTo>
                    <a:pt x="3900714" y="4072621"/>
                  </a:lnTo>
                  <a:lnTo>
                    <a:pt x="3859474" y="4076681"/>
                  </a:lnTo>
                </a:path>
                <a:path w="4076700" h="4076700">
                  <a:moveTo>
                    <a:pt x="217393" y="4076684"/>
                  </a:moveTo>
                  <a:lnTo>
                    <a:pt x="176129" y="4072618"/>
                  </a:lnTo>
                  <a:lnTo>
                    <a:pt x="135230" y="4060188"/>
                  </a:lnTo>
                  <a:lnTo>
                    <a:pt x="97522" y="4040053"/>
                  </a:lnTo>
                  <a:lnTo>
                    <a:pt x="64156" y="4012691"/>
                  </a:lnTo>
                  <a:lnTo>
                    <a:pt x="36799" y="3979322"/>
                  </a:lnTo>
                  <a:lnTo>
                    <a:pt x="16671" y="3941613"/>
                  </a:lnTo>
                  <a:lnTo>
                    <a:pt x="4246" y="3900715"/>
                  </a:lnTo>
                  <a:lnTo>
                    <a:pt x="0" y="3857776"/>
                  </a:lnTo>
                  <a:lnTo>
                    <a:pt x="0" y="219075"/>
                  </a:lnTo>
                  <a:lnTo>
                    <a:pt x="4248" y="176137"/>
                  </a:lnTo>
                  <a:lnTo>
                    <a:pt x="16676" y="135240"/>
                  </a:lnTo>
                  <a:lnTo>
                    <a:pt x="36807" y="97534"/>
                  </a:lnTo>
                  <a:lnTo>
                    <a:pt x="64165" y="64167"/>
                  </a:lnTo>
                  <a:lnTo>
                    <a:pt x="97531" y="36809"/>
                  </a:lnTo>
                  <a:lnTo>
                    <a:pt x="135237" y="16678"/>
                  </a:lnTo>
                  <a:lnTo>
                    <a:pt x="176134" y="4250"/>
                  </a:lnTo>
                  <a:lnTo>
                    <a:pt x="219073" y="1"/>
                  </a:lnTo>
                  <a:lnTo>
                    <a:pt x="3857774" y="0"/>
                  </a:lnTo>
                  <a:lnTo>
                    <a:pt x="3900714" y="4244"/>
                  </a:lnTo>
                  <a:lnTo>
                    <a:pt x="3941614" y="16670"/>
                  </a:lnTo>
                  <a:lnTo>
                    <a:pt x="3979323" y="36799"/>
                  </a:lnTo>
                  <a:lnTo>
                    <a:pt x="4012694" y="64157"/>
                  </a:lnTo>
                  <a:lnTo>
                    <a:pt x="4040055" y="97525"/>
                  </a:lnTo>
                  <a:lnTo>
                    <a:pt x="4060189" y="135234"/>
                  </a:lnTo>
                  <a:lnTo>
                    <a:pt x="4072619" y="176135"/>
                  </a:lnTo>
                  <a:lnTo>
                    <a:pt x="4076680" y="217378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369602" y="7356234"/>
            <a:ext cx="4007485" cy="1482090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sz="3300" b="1" spc="55" dirty="0">
                <a:solidFill>
                  <a:srgbClr val="333232"/>
                </a:solidFill>
                <a:latin typeface="Trebuchet MS"/>
                <a:cs typeface="Trebuchet MS"/>
              </a:rPr>
              <a:t>Samarth</a:t>
            </a:r>
            <a:r>
              <a:rPr sz="3300" b="1" spc="-14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300" b="1" spc="35" dirty="0">
                <a:solidFill>
                  <a:srgbClr val="333232"/>
                </a:solidFill>
                <a:latin typeface="Trebuchet MS"/>
                <a:cs typeface="Trebuchet MS"/>
              </a:rPr>
              <a:t>Pachchigar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sz="3000" b="1" spc="95" dirty="0">
                <a:solidFill>
                  <a:srgbClr val="333232"/>
                </a:solidFill>
                <a:latin typeface="Trebuchet MS"/>
                <a:cs typeface="Trebuchet MS"/>
              </a:rPr>
              <a:t>Spain</a:t>
            </a:r>
            <a:r>
              <a:rPr sz="3000" b="1" spc="-16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-10" dirty="0">
                <a:solidFill>
                  <a:srgbClr val="333232"/>
                </a:solidFill>
                <a:latin typeface="Trebuchet MS"/>
                <a:cs typeface="Trebuchet MS"/>
              </a:rPr>
              <a:t>Student</a:t>
            </a:r>
            <a:r>
              <a:rPr sz="3000" b="1" spc="-16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12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78406" y="7356234"/>
            <a:ext cx="2482215" cy="1482090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sz="3300" b="1" spc="-135" dirty="0">
                <a:solidFill>
                  <a:srgbClr val="333232"/>
                </a:solidFill>
                <a:latin typeface="Trebuchet MS"/>
                <a:cs typeface="Trebuchet MS"/>
              </a:rPr>
              <a:t>Rutvik </a:t>
            </a:r>
            <a:r>
              <a:rPr sz="3300" b="1" spc="-45" dirty="0">
                <a:solidFill>
                  <a:srgbClr val="333232"/>
                </a:solidFill>
                <a:latin typeface="Trebuchet MS"/>
                <a:cs typeface="Trebuchet MS"/>
              </a:rPr>
              <a:t>Tejani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sz="3000" b="1" spc="135" dirty="0">
                <a:solidFill>
                  <a:srgbClr val="333232"/>
                </a:solidFill>
                <a:latin typeface="Trebuchet MS"/>
                <a:cs typeface="Trebuchet MS"/>
              </a:rPr>
              <a:t>USA</a:t>
            </a:r>
            <a:r>
              <a:rPr sz="3000" b="1" spc="-15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-565" dirty="0">
                <a:solidFill>
                  <a:srgbClr val="333232"/>
                </a:solidFill>
                <a:latin typeface="Trebuchet MS"/>
                <a:cs typeface="Trebuchet MS"/>
              </a:rPr>
              <a:t>F1</a:t>
            </a:r>
            <a:r>
              <a:rPr sz="3000" b="1" spc="-1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12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02988" y="7356234"/>
            <a:ext cx="3787140" cy="1482090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sz="3300" b="1" dirty="0">
                <a:solidFill>
                  <a:srgbClr val="333232"/>
                </a:solidFill>
                <a:latin typeface="Trebuchet MS"/>
                <a:cs typeface="Trebuchet MS"/>
              </a:rPr>
              <a:t>Prathana</a:t>
            </a:r>
            <a:r>
              <a:rPr sz="3300" b="1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300" b="1" spc="-10" dirty="0">
                <a:solidFill>
                  <a:srgbClr val="333232"/>
                </a:solidFill>
                <a:latin typeface="Trebuchet MS"/>
                <a:cs typeface="Trebuchet MS"/>
              </a:rPr>
              <a:t>Dankhara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sz="3000" b="1" spc="135" dirty="0">
                <a:solidFill>
                  <a:srgbClr val="333232"/>
                </a:solidFill>
                <a:latin typeface="Trebuchet MS"/>
                <a:cs typeface="Trebuchet MS"/>
              </a:rPr>
              <a:t>USA</a:t>
            </a:r>
            <a:r>
              <a:rPr sz="3000" b="1" spc="-15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-565" dirty="0">
                <a:solidFill>
                  <a:srgbClr val="333232"/>
                </a:solidFill>
                <a:latin typeface="Trebuchet MS"/>
                <a:cs typeface="Trebuchet MS"/>
              </a:rPr>
              <a:t>F1</a:t>
            </a:r>
            <a:r>
              <a:rPr sz="3000" b="1" spc="-15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000" b="1" spc="125" dirty="0">
                <a:solidFill>
                  <a:srgbClr val="333232"/>
                </a:solidFill>
                <a:latin typeface="Trebuchet MS"/>
                <a:cs typeface="Trebuchet MS"/>
              </a:rPr>
              <a:t>Visa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8641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spc="894" dirty="0"/>
              <a:t>Happy</a:t>
            </a:r>
            <a:r>
              <a:rPr spc="400" dirty="0"/>
              <a:t> </a:t>
            </a:r>
            <a:r>
              <a:rPr spc="455" dirty="0"/>
              <a:t>Clients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24217" y="2691667"/>
            <a:ext cx="3638550" cy="3639185"/>
            <a:chOff x="7324217" y="2691667"/>
            <a:chExt cx="3638550" cy="36391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1367" y="2748828"/>
              <a:ext cx="3525264" cy="35252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367" y="2748817"/>
              <a:ext cx="3524250" cy="3524885"/>
            </a:xfrm>
            <a:custGeom>
              <a:avLst/>
              <a:gdLst/>
              <a:ahLst/>
              <a:cxnLst/>
              <a:rect l="l" t="t" r="r" b="b"/>
              <a:pathLst>
                <a:path w="3524250" h="3524885">
                  <a:moveTo>
                    <a:pt x="3524249" y="3315108"/>
                  </a:moveTo>
                  <a:lnTo>
                    <a:pt x="3508466" y="3389919"/>
                  </a:lnTo>
                  <a:lnTo>
                    <a:pt x="3488336" y="3427624"/>
                  </a:lnTo>
                  <a:lnTo>
                    <a:pt x="3460978" y="3460990"/>
                  </a:lnTo>
                  <a:lnTo>
                    <a:pt x="3427613" y="3488347"/>
                  </a:lnTo>
                  <a:lnTo>
                    <a:pt x="3389908" y="3508478"/>
                  </a:lnTo>
                  <a:lnTo>
                    <a:pt x="3349012" y="3520905"/>
                  </a:lnTo>
                  <a:lnTo>
                    <a:pt x="3315097" y="3524260"/>
                  </a:lnTo>
                </a:path>
                <a:path w="3524250" h="3524885">
                  <a:moveTo>
                    <a:pt x="208824" y="3524169"/>
                  </a:moveTo>
                  <a:lnTo>
                    <a:pt x="135184" y="3508570"/>
                  </a:lnTo>
                  <a:lnTo>
                    <a:pt x="97470" y="3488418"/>
                  </a:lnTo>
                  <a:lnTo>
                    <a:pt x="64105" y="3461037"/>
                  </a:lnTo>
                  <a:lnTo>
                    <a:pt x="36757" y="3427650"/>
                  </a:lnTo>
                  <a:lnTo>
                    <a:pt x="16643" y="3389929"/>
                  </a:lnTo>
                  <a:lnTo>
                    <a:pt x="4236" y="3349024"/>
                  </a:lnTo>
                  <a:lnTo>
                    <a:pt x="0" y="3306086"/>
                  </a:lnTo>
                  <a:lnTo>
                    <a:pt x="0" y="219078"/>
                  </a:lnTo>
                  <a:lnTo>
                    <a:pt x="4250" y="176141"/>
                  </a:lnTo>
                  <a:lnTo>
                    <a:pt x="16677" y="135246"/>
                  </a:lnTo>
                  <a:lnTo>
                    <a:pt x="36808" y="97542"/>
                  </a:lnTo>
                  <a:lnTo>
                    <a:pt x="64165" y="64177"/>
                  </a:lnTo>
                  <a:lnTo>
                    <a:pt x="97529" y="36819"/>
                  </a:lnTo>
                  <a:lnTo>
                    <a:pt x="135234" y="16688"/>
                  </a:lnTo>
                  <a:lnTo>
                    <a:pt x="176129" y="4260"/>
                  </a:lnTo>
                  <a:lnTo>
                    <a:pt x="219067" y="11"/>
                  </a:lnTo>
                  <a:lnTo>
                    <a:pt x="3306076" y="0"/>
                  </a:lnTo>
                  <a:lnTo>
                    <a:pt x="3349022" y="4227"/>
                  </a:lnTo>
                  <a:lnTo>
                    <a:pt x="3389934" y="16638"/>
                  </a:lnTo>
                  <a:lnTo>
                    <a:pt x="3427660" y="36759"/>
                  </a:lnTo>
                  <a:lnTo>
                    <a:pt x="3461049" y="64116"/>
                  </a:lnTo>
                  <a:lnTo>
                    <a:pt x="3488429" y="97490"/>
                  </a:lnTo>
                  <a:lnTo>
                    <a:pt x="3508577" y="135211"/>
                  </a:lnTo>
                  <a:lnTo>
                    <a:pt x="3521014" y="176129"/>
                  </a:lnTo>
                  <a:lnTo>
                    <a:pt x="3524158" y="208836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96490" y="7316307"/>
            <a:ext cx="14495144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5199"/>
              </a:lnSpc>
              <a:spcBef>
                <a:spcPts val="100"/>
              </a:spcBef>
            </a:pPr>
            <a:r>
              <a:rPr sz="3200" spc="-210" dirty="0">
                <a:solidFill>
                  <a:srgbClr val="333232"/>
                </a:solidFill>
                <a:latin typeface="Trebuchet MS"/>
                <a:cs typeface="Trebuchet MS"/>
              </a:rPr>
              <a:t>With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65" dirty="0">
                <a:solidFill>
                  <a:srgbClr val="333232"/>
                </a:solidFill>
                <a:latin typeface="Trebuchet MS"/>
                <a:cs typeface="Trebuchet MS"/>
              </a:rPr>
              <a:t>dreams</a:t>
            </a:r>
            <a:r>
              <a:rPr sz="3200" spc="-16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33232"/>
                </a:solidFill>
                <a:latin typeface="Trebuchet MS"/>
                <a:cs typeface="Trebuchet MS"/>
              </a:rPr>
              <a:t>of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advancing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his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solidFill>
                  <a:srgbClr val="333232"/>
                </a:solidFill>
                <a:latin typeface="Trebuchet MS"/>
                <a:cs typeface="Trebuchet MS"/>
              </a:rPr>
              <a:t>education,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b="1" spc="-65" dirty="0">
                <a:solidFill>
                  <a:srgbClr val="DF0000"/>
                </a:solidFill>
                <a:latin typeface="Trebuchet MS"/>
                <a:cs typeface="Trebuchet MS"/>
              </a:rPr>
              <a:t>Udit</a:t>
            </a:r>
            <a:r>
              <a:rPr sz="3200" b="1" spc="-175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b="1" spc="95" dirty="0">
                <a:solidFill>
                  <a:srgbClr val="DF0000"/>
                </a:solidFill>
                <a:latin typeface="Trebuchet MS"/>
                <a:cs typeface="Trebuchet MS"/>
              </a:rPr>
              <a:t>Gangnani</a:t>
            </a:r>
            <a:r>
              <a:rPr sz="3200" b="1" spc="-18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entrusted</a:t>
            </a:r>
            <a:r>
              <a:rPr sz="3200" spc="-114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45" dirty="0">
                <a:solidFill>
                  <a:srgbClr val="333232"/>
                </a:solidFill>
                <a:latin typeface="Trebuchet MS"/>
                <a:cs typeface="Trebuchet MS"/>
              </a:rPr>
              <a:t>us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70" dirty="0">
                <a:solidFill>
                  <a:srgbClr val="333232"/>
                </a:solidFill>
                <a:latin typeface="Trebuchet MS"/>
                <a:cs typeface="Trebuchet MS"/>
              </a:rPr>
              <a:t>with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333232"/>
                </a:solidFill>
                <a:latin typeface="Trebuchet MS"/>
                <a:cs typeface="Trebuchet MS"/>
              </a:rPr>
              <a:t>his </a:t>
            </a:r>
            <a:r>
              <a:rPr sz="3200" spc="-200" dirty="0">
                <a:solidFill>
                  <a:srgbClr val="333232"/>
                </a:solidFill>
                <a:latin typeface="Trebuchet MS"/>
                <a:cs typeface="Trebuchet MS"/>
              </a:rPr>
              <a:t>journey.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333232"/>
                </a:solidFill>
                <a:latin typeface="Trebuchet MS"/>
                <a:cs typeface="Trebuchet MS"/>
              </a:rPr>
              <a:t>Through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our</a:t>
            </a:r>
            <a:r>
              <a:rPr sz="3200" spc="-8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333232"/>
                </a:solidFill>
                <a:latin typeface="Trebuchet MS"/>
                <a:cs typeface="Trebuchet MS"/>
              </a:rPr>
              <a:t>dedicated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333232"/>
                </a:solidFill>
                <a:latin typeface="Trebuchet MS"/>
                <a:cs typeface="Trebuchet MS"/>
              </a:rPr>
              <a:t>support,</a:t>
            </a:r>
            <a:r>
              <a:rPr sz="3200" spc="-8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30" dirty="0">
                <a:solidFill>
                  <a:srgbClr val="333232"/>
                </a:solidFill>
                <a:latin typeface="Trebuchet MS"/>
                <a:cs typeface="Trebuchet MS"/>
              </a:rPr>
              <a:t>he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55" dirty="0">
                <a:solidFill>
                  <a:srgbClr val="333232"/>
                </a:solidFill>
                <a:latin typeface="Trebuchet MS"/>
                <a:cs typeface="Trebuchet MS"/>
              </a:rPr>
              <a:t>secured</a:t>
            </a:r>
            <a:r>
              <a:rPr sz="3200" spc="-8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114" dirty="0">
                <a:solidFill>
                  <a:srgbClr val="333232"/>
                </a:solidFill>
                <a:latin typeface="Trebuchet MS"/>
                <a:cs typeface="Trebuchet MS"/>
              </a:rPr>
              <a:t>a</a:t>
            </a:r>
            <a:r>
              <a:rPr sz="3200" spc="-8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b="1" spc="-150" dirty="0">
                <a:solidFill>
                  <a:srgbClr val="DF0000"/>
                </a:solidFill>
                <a:latin typeface="Trebuchet MS"/>
                <a:cs typeface="Trebuchet MS"/>
              </a:rPr>
              <a:t>Fully </a:t>
            </a:r>
            <a:r>
              <a:rPr sz="3200" b="1" spc="-10" dirty="0">
                <a:solidFill>
                  <a:srgbClr val="DF0000"/>
                </a:solidFill>
                <a:latin typeface="Trebuchet MS"/>
                <a:cs typeface="Trebuchet MS"/>
              </a:rPr>
              <a:t>funded</a:t>
            </a:r>
            <a:r>
              <a:rPr sz="3200" b="1" spc="-15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DF0000"/>
                </a:solidFill>
                <a:latin typeface="Trebuchet MS"/>
                <a:cs typeface="Trebuchet MS"/>
              </a:rPr>
              <a:t>scholarship</a:t>
            </a:r>
            <a:r>
              <a:rPr sz="3200" b="1" spc="-14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333232"/>
                </a:solidFill>
                <a:latin typeface="Trebuchet MS"/>
                <a:cs typeface="Trebuchet MS"/>
              </a:rPr>
              <a:t>to </a:t>
            </a:r>
            <a:r>
              <a:rPr sz="3200" spc="-125" dirty="0">
                <a:solidFill>
                  <a:srgbClr val="333232"/>
                </a:solidFill>
                <a:latin typeface="Trebuchet MS"/>
                <a:cs typeface="Trebuchet MS"/>
              </a:rPr>
              <a:t>study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b="1" spc="70" dirty="0">
                <a:solidFill>
                  <a:srgbClr val="DF0000"/>
                </a:solidFill>
                <a:latin typeface="Trebuchet MS"/>
                <a:cs typeface="Trebuchet MS"/>
              </a:rPr>
              <a:t>Data</a:t>
            </a:r>
            <a:r>
              <a:rPr sz="3200" b="1" spc="-215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b="1" spc="50" dirty="0">
                <a:solidFill>
                  <a:srgbClr val="DF0000"/>
                </a:solidFill>
                <a:latin typeface="Trebuchet MS"/>
                <a:cs typeface="Trebuchet MS"/>
              </a:rPr>
              <a:t>Science</a:t>
            </a:r>
            <a:r>
              <a:rPr sz="3200" b="1" spc="-18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33232"/>
                </a:solidFill>
                <a:latin typeface="Trebuchet MS"/>
                <a:cs typeface="Trebuchet MS"/>
              </a:rPr>
              <a:t>at</a:t>
            </a:r>
            <a:r>
              <a:rPr sz="3200" spc="-120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333232"/>
                </a:solidFill>
                <a:latin typeface="Trebuchet MS"/>
                <a:cs typeface="Trebuchet MS"/>
              </a:rPr>
              <a:t>the</a:t>
            </a:r>
            <a:r>
              <a:rPr sz="3200" spc="-105" dirty="0">
                <a:solidFill>
                  <a:srgbClr val="333232"/>
                </a:solidFill>
                <a:latin typeface="Trebuchet MS"/>
                <a:cs typeface="Trebuchet MS"/>
              </a:rPr>
              <a:t> </a:t>
            </a:r>
            <a:r>
              <a:rPr sz="3200" b="1" spc="-75" dirty="0">
                <a:solidFill>
                  <a:srgbClr val="DF0000"/>
                </a:solidFill>
                <a:latin typeface="Trebuchet MS"/>
                <a:cs typeface="Trebuchet MS"/>
              </a:rPr>
              <a:t>University</a:t>
            </a:r>
            <a:r>
              <a:rPr sz="3200" b="1" spc="-17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DF0000"/>
                </a:solidFill>
                <a:latin typeface="Trebuchet MS"/>
                <a:cs typeface="Trebuchet MS"/>
              </a:rPr>
              <a:t>of</a:t>
            </a:r>
            <a:r>
              <a:rPr sz="3200" b="1" spc="-180" dirty="0">
                <a:solidFill>
                  <a:srgbClr val="DF0000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DF0000"/>
                </a:solidFill>
                <a:latin typeface="Trebuchet MS"/>
                <a:cs typeface="Trebuchet MS"/>
              </a:rPr>
              <a:t>Pisa</a:t>
            </a:r>
            <a:r>
              <a:rPr sz="3200" spc="-10" dirty="0">
                <a:solidFill>
                  <a:srgbClr val="333232"/>
                </a:solidFill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8727" y="6486143"/>
            <a:ext cx="3602735" cy="7345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372379"/>
            <a:ext cx="6372224" cy="4343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8315" y="4680795"/>
            <a:ext cx="5753099" cy="4343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51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b="1" dirty="0">
                <a:latin typeface="Trebuchet MS"/>
                <a:cs typeface="Trebuchet MS"/>
              </a:rPr>
              <a:t>Breaking</a:t>
            </a:r>
            <a:r>
              <a:rPr sz="6500" b="1" spc="-360" dirty="0">
                <a:latin typeface="Trebuchet MS"/>
                <a:cs typeface="Trebuchet MS"/>
              </a:rPr>
              <a:t> </a:t>
            </a:r>
            <a:r>
              <a:rPr sz="6500" b="1" spc="-215" dirty="0">
                <a:latin typeface="Trebuchet MS"/>
                <a:cs typeface="Trebuchet MS"/>
              </a:rPr>
              <a:t>the</a:t>
            </a:r>
            <a:r>
              <a:rPr sz="6500" b="1" spc="-335" dirty="0">
                <a:latin typeface="Trebuchet MS"/>
                <a:cs typeface="Trebuchet MS"/>
              </a:rPr>
              <a:t> </a:t>
            </a:r>
            <a:r>
              <a:rPr sz="6500" b="1" spc="-20" dirty="0">
                <a:latin typeface="Trebuchet MS"/>
                <a:cs typeface="Trebuchet MS"/>
              </a:rPr>
              <a:t>record</a:t>
            </a:r>
            <a:r>
              <a:rPr sz="6500" b="1" spc="-345" dirty="0">
                <a:latin typeface="Trebuchet MS"/>
                <a:cs typeface="Trebuchet MS"/>
              </a:rPr>
              <a:t> </a:t>
            </a:r>
            <a:r>
              <a:rPr sz="6500" b="1" dirty="0">
                <a:latin typeface="Trebuchet MS"/>
                <a:cs typeface="Trebuchet MS"/>
              </a:rPr>
              <a:t>of</a:t>
            </a:r>
            <a:r>
              <a:rPr sz="6500" b="1" spc="-340" dirty="0">
                <a:latin typeface="Trebuchet MS"/>
                <a:cs typeface="Trebuchet MS"/>
              </a:rPr>
              <a:t> </a:t>
            </a:r>
            <a:r>
              <a:rPr sz="6500" b="1" spc="-150" dirty="0">
                <a:latin typeface="Trebuchet MS"/>
                <a:cs typeface="Trebuchet MS"/>
              </a:rPr>
              <a:t>3000+</a:t>
            </a:r>
            <a:r>
              <a:rPr sz="6500" b="1" spc="-340" dirty="0">
                <a:latin typeface="Trebuchet MS"/>
                <a:cs typeface="Trebuchet MS"/>
              </a:rPr>
              <a:t> </a:t>
            </a:r>
            <a:r>
              <a:rPr sz="6500" b="1" spc="-10" dirty="0">
                <a:latin typeface="Trebuchet MS"/>
                <a:cs typeface="Trebuchet MS"/>
              </a:rPr>
              <a:t>students</a:t>
            </a:r>
            <a:endParaRPr sz="6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6371" y="4756347"/>
            <a:ext cx="6753224" cy="45053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2612891"/>
            <a:ext cx="7191374" cy="53911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5500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sz="7000" b="1" spc="-254" dirty="0">
                <a:latin typeface="Trebuchet MS"/>
                <a:cs typeface="Trebuchet MS"/>
              </a:rPr>
              <a:t>Free</a:t>
            </a:r>
            <a:r>
              <a:rPr sz="7000" b="1" spc="-340" dirty="0">
                <a:latin typeface="Trebuchet MS"/>
                <a:cs typeface="Trebuchet MS"/>
              </a:rPr>
              <a:t> </a:t>
            </a:r>
            <a:r>
              <a:rPr sz="7000" b="1" spc="110" dirty="0">
                <a:latin typeface="Trebuchet MS"/>
                <a:cs typeface="Trebuchet MS"/>
              </a:rPr>
              <a:t>Seminars</a:t>
            </a:r>
            <a:endParaRPr sz="7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5500" rIns="0" bIns="0" rtlCol="0">
            <a:spAutoFit/>
          </a:bodyPr>
          <a:lstStyle/>
          <a:p>
            <a:pPr marL="938530">
              <a:lnSpc>
                <a:spcPct val="100000"/>
              </a:lnSpc>
              <a:spcBef>
                <a:spcPts val="100"/>
              </a:spcBef>
            </a:pPr>
            <a:r>
              <a:rPr sz="7000" b="1" spc="315" dirty="0">
                <a:latin typeface="Trebuchet MS"/>
                <a:cs typeface="Trebuchet MS"/>
              </a:rPr>
              <a:t>Mock</a:t>
            </a:r>
            <a:r>
              <a:rPr sz="7000" b="1" spc="-355" dirty="0">
                <a:latin typeface="Trebuchet MS"/>
                <a:cs typeface="Trebuchet MS"/>
              </a:rPr>
              <a:t> </a:t>
            </a:r>
            <a:r>
              <a:rPr sz="7000" b="1" spc="-10" dirty="0">
                <a:latin typeface="Trebuchet MS"/>
                <a:cs typeface="Trebuchet MS"/>
              </a:rPr>
              <a:t>Tests</a:t>
            </a:r>
            <a:endParaRPr sz="7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2972854"/>
            <a:ext cx="6972299" cy="4648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7773" y="3981119"/>
            <a:ext cx="8143428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9165" marR="5080" indent="-2790825">
              <a:lnSpc>
                <a:spcPct val="116100"/>
              </a:lnSpc>
              <a:spcBef>
                <a:spcPts val="95"/>
              </a:spcBef>
            </a:pPr>
            <a:r>
              <a:rPr sz="7000" b="1" spc="-30" dirty="0">
                <a:latin typeface="Trebuchet MS"/>
                <a:cs typeface="Trebuchet MS"/>
              </a:rPr>
              <a:t>Education</a:t>
            </a:r>
            <a:r>
              <a:rPr sz="7000" b="1" spc="-455" dirty="0">
                <a:latin typeface="Trebuchet MS"/>
                <a:cs typeface="Trebuchet MS"/>
              </a:rPr>
              <a:t> </a:t>
            </a:r>
            <a:r>
              <a:rPr sz="7000" b="1" spc="-105" dirty="0">
                <a:latin typeface="Trebuchet MS"/>
                <a:cs typeface="Trebuchet MS"/>
              </a:rPr>
              <a:t>Expo</a:t>
            </a:r>
            <a:r>
              <a:rPr sz="7000" b="1" spc="-405" dirty="0">
                <a:latin typeface="Trebuchet MS"/>
                <a:cs typeface="Trebuchet MS"/>
              </a:rPr>
              <a:t> </a:t>
            </a:r>
            <a:r>
              <a:rPr sz="7000" b="1" spc="-195" dirty="0">
                <a:latin typeface="Trebuchet MS"/>
                <a:cs typeface="Trebuchet MS"/>
              </a:rPr>
              <a:t>with</a:t>
            </a:r>
            <a:r>
              <a:rPr sz="7000" b="1" spc="-360" dirty="0">
                <a:latin typeface="Trebuchet MS"/>
                <a:cs typeface="Trebuchet MS"/>
              </a:rPr>
              <a:t> </a:t>
            </a:r>
            <a:r>
              <a:rPr sz="7000" b="1" spc="285" dirty="0">
                <a:latin typeface="Trebuchet MS"/>
                <a:cs typeface="Trebuchet MS"/>
              </a:rPr>
              <a:t>Campus </a:t>
            </a:r>
            <a:r>
              <a:rPr sz="7000" b="1" spc="-55" dirty="0">
                <a:latin typeface="Trebuchet MS"/>
                <a:cs typeface="Trebuchet MS"/>
              </a:rPr>
              <a:t>France</a:t>
            </a:r>
            <a:r>
              <a:rPr sz="7000" b="1" spc="-434" dirty="0">
                <a:latin typeface="Trebuchet MS"/>
                <a:cs typeface="Trebuchet MS"/>
              </a:rPr>
              <a:t> </a:t>
            </a:r>
            <a:r>
              <a:rPr sz="7000" b="1" spc="-10" dirty="0">
                <a:latin typeface="Trebuchet MS"/>
                <a:cs typeface="Trebuchet MS"/>
              </a:rPr>
              <a:t>Director</a:t>
            </a:r>
            <a:endParaRPr sz="7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044820"/>
            <a:ext cx="6972299" cy="4648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4928" y="3828719"/>
            <a:ext cx="8143874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820454"/>
            <a:ext cx="6972299" cy="4648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9919" y="3866265"/>
            <a:ext cx="7191374" cy="53911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5500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sz="7000" b="1" spc="135" dirty="0">
                <a:latin typeface="Trebuchet MS"/>
                <a:cs typeface="Trebuchet MS"/>
              </a:rPr>
              <a:t>Young</a:t>
            </a:r>
            <a:r>
              <a:rPr sz="7000" b="1" spc="-355" dirty="0">
                <a:latin typeface="Trebuchet MS"/>
                <a:cs typeface="Trebuchet MS"/>
              </a:rPr>
              <a:t> </a:t>
            </a:r>
            <a:r>
              <a:rPr sz="7000" b="1" spc="235" dirty="0">
                <a:latin typeface="Trebuchet MS"/>
                <a:cs typeface="Trebuchet MS"/>
              </a:rPr>
              <a:t>Mind</a:t>
            </a:r>
            <a:r>
              <a:rPr sz="7000" b="1" spc="-355" dirty="0">
                <a:latin typeface="Trebuchet MS"/>
                <a:cs typeface="Trebuchet MS"/>
              </a:rPr>
              <a:t> </a:t>
            </a:r>
            <a:r>
              <a:rPr sz="7000" b="1" spc="105" dirty="0">
                <a:latin typeface="Trebuchet MS"/>
                <a:cs typeface="Trebuchet MS"/>
              </a:rPr>
              <a:t>Career</a:t>
            </a:r>
            <a:endParaRPr sz="7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230DFD-9457-271B-8120-57CAC44C9724}"/>
              </a:ext>
            </a:extLst>
          </p:cNvPr>
          <p:cNvSpPr txBox="1"/>
          <p:nvPr/>
        </p:nvSpPr>
        <p:spPr>
          <a:xfrm>
            <a:off x="1375675" y="2889036"/>
            <a:ext cx="1553664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dirty="0">
                <a:latin typeface="Brush Script MT" panose="03060802040406070304" pitchFamily="66" charset="0"/>
              </a:rPr>
              <a:t>Thank You</a:t>
            </a:r>
            <a:endParaRPr lang="en-IN" sz="2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0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23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604</Words>
  <Application>Microsoft Office PowerPoint</Application>
  <PresentationFormat>Custom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 Black</vt:lpstr>
      <vt:lpstr>Brush Script MT</vt:lpstr>
      <vt:lpstr>Calibri</vt:lpstr>
      <vt:lpstr>Inter</vt:lpstr>
      <vt:lpstr>Inter Bold</vt:lpstr>
      <vt:lpstr>Lucida Sans Unicode</vt:lpstr>
      <vt:lpstr>Tahoma</vt:lpstr>
      <vt:lpstr>Trebuchet MS</vt:lpstr>
      <vt:lpstr>Office Theme</vt:lpstr>
      <vt:lpstr>Foreign English Test Capital</vt:lpstr>
      <vt:lpstr>PowerPoint Presentation</vt:lpstr>
      <vt:lpstr>About Us</vt:lpstr>
      <vt:lpstr>Our Services</vt:lpstr>
      <vt:lpstr>Prime Study Destinations</vt:lpstr>
      <vt:lpstr>Agenda of Our Partnership </vt:lpstr>
      <vt:lpstr>Benefits for Your Faculty Members</vt:lpstr>
      <vt:lpstr>Campus Visit’s</vt:lpstr>
      <vt:lpstr>Top-Notch Global Programs  </vt:lpstr>
      <vt:lpstr>Authorized Test Centre </vt:lpstr>
      <vt:lpstr>Happy Clients</vt:lpstr>
      <vt:lpstr>Happy Clients</vt:lpstr>
      <vt:lpstr>Happy Clients</vt:lpstr>
      <vt:lpstr>Breaking the record of 3000+ students</vt:lpstr>
      <vt:lpstr>Free Seminars</vt:lpstr>
      <vt:lpstr>Mock Tests</vt:lpstr>
      <vt:lpstr>Education Expo with Campus France Director</vt:lpstr>
      <vt:lpstr>Young Mind Career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FETC_PPT</dc:title>
  <dc:creator>Rohannn_08</dc:creator>
  <cp:keywords>DAGOv1qkoFo,BAEzny7fTNg</cp:keywords>
  <cp:lastModifiedBy>admin</cp:lastModifiedBy>
  <cp:revision>11</cp:revision>
  <dcterms:created xsi:type="dcterms:W3CDTF">2026-03-16T12:01:42Z</dcterms:created>
  <dcterms:modified xsi:type="dcterms:W3CDTF">2026-03-16T13:32:23Z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2024-08-30T00:00:00Z</vt:filetime>
  </property>
  <property fmtid="{D5CDD505-2E9C-101B-9397-08002B2CF9AE}" pid="3" name="Creator">
    <vt:lpwstr>Canva</vt:lpwstr>
  </property>
  <property fmtid="{D5CDD505-2E9C-101B-9397-08002B2CF9AE}" pid="4" name="LastSaved">
    <vt:filetime>2026-03-16T00:00:00Z</vt:filetime>
  </property>
  <property fmtid="{D5CDD505-2E9C-101B-9397-08002B2CF9AE}" pid="5" name="Producer">
    <vt:lpwstr>Canva</vt:lpwstr>
  </property>
</Properties>
</file>